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5" r:id="rId1"/>
    <p:sldMasterId id="2147484155" r:id="rId2"/>
    <p:sldMasterId id="2147484207" r:id="rId3"/>
  </p:sldMasterIdLst>
  <p:notesMasterIdLst>
    <p:notesMasterId r:id="rId33"/>
  </p:notesMasterIdLst>
  <p:handoutMasterIdLst>
    <p:handoutMasterId r:id="rId34"/>
  </p:handoutMasterIdLst>
  <p:sldIdLst>
    <p:sldId id="256" r:id="rId4"/>
    <p:sldId id="589" r:id="rId5"/>
    <p:sldId id="572" r:id="rId6"/>
    <p:sldId id="302" r:id="rId7"/>
    <p:sldId id="550" r:id="rId8"/>
    <p:sldId id="573" r:id="rId9"/>
    <p:sldId id="574" r:id="rId10"/>
    <p:sldId id="575" r:id="rId11"/>
    <p:sldId id="576" r:id="rId12"/>
    <p:sldId id="577" r:id="rId13"/>
    <p:sldId id="578" r:id="rId14"/>
    <p:sldId id="579" r:id="rId15"/>
    <p:sldId id="580" r:id="rId16"/>
    <p:sldId id="581" r:id="rId17"/>
    <p:sldId id="582" r:id="rId18"/>
    <p:sldId id="558" r:id="rId19"/>
    <p:sldId id="568" r:id="rId20"/>
    <p:sldId id="570" r:id="rId21"/>
    <p:sldId id="571" r:id="rId22"/>
    <p:sldId id="590" r:id="rId23"/>
    <p:sldId id="591" r:id="rId24"/>
    <p:sldId id="348" r:id="rId25"/>
    <p:sldId id="583" r:id="rId26"/>
    <p:sldId id="584" r:id="rId27"/>
    <p:sldId id="585" r:id="rId28"/>
    <p:sldId id="586" r:id="rId29"/>
    <p:sldId id="587" r:id="rId30"/>
    <p:sldId id="588" r:id="rId31"/>
    <p:sldId id="548" r:id="rId32"/>
  </p:sldIdLst>
  <p:sldSz cx="14630400" cy="8229600"/>
  <p:notesSz cx="6858000" cy="2295525"/>
  <p:custDataLst>
    <p:tags r:id="rId35"/>
  </p:custDataLst>
  <p:defaultTextStyle>
    <a:defPPr>
      <a:defRPr lang="en-US"/>
    </a:defPPr>
    <a:lvl1pPr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1pPr>
    <a:lvl2pPr marL="652463" indent="-195263"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2pPr>
    <a:lvl3pPr marL="1304925" indent="-390525"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3pPr>
    <a:lvl4pPr marL="1958975" indent="-587375"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4pPr>
    <a:lvl5pPr marL="2611438" indent="-782638"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5pPr>
    <a:lvl6pPr marL="2286000" algn="l" defTabSz="457200" rtl="0" eaLnBrk="1" latinLnBrk="0" hangingPunct="1">
      <a:defRPr sz="2600" kern="1200">
        <a:solidFill>
          <a:schemeClr val="tx1"/>
        </a:solidFill>
        <a:latin typeface="Gill Sans MT" charset="0"/>
        <a:ea typeface="ＭＳ Ｐゴシック" charset="0"/>
        <a:cs typeface="ＭＳ Ｐゴシック" charset="0"/>
      </a:defRPr>
    </a:lvl6pPr>
    <a:lvl7pPr marL="2743200" algn="l" defTabSz="457200" rtl="0" eaLnBrk="1" latinLnBrk="0" hangingPunct="1">
      <a:defRPr sz="2600" kern="1200">
        <a:solidFill>
          <a:schemeClr val="tx1"/>
        </a:solidFill>
        <a:latin typeface="Gill Sans MT" charset="0"/>
        <a:ea typeface="ＭＳ Ｐゴシック" charset="0"/>
        <a:cs typeface="ＭＳ Ｐゴシック" charset="0"/>
      </a:defRPr>
    </a:lvl7pPr>
    <a:lvl8pPr marL="3200400" algn="l" defTabSz="457200" rtl="0" eaLnBrk="1" latinLnBrk="0" hangingPunct="1">
      <a:defRPr sz="2600" kern="1200">
        <a:solidFill>
          <a:schemeClr val="tx1"/>
        </a:solidFill>
        <a:latin typeface="Gill Sans MT" charset="0"/>
        <a:ea typeface="ＭＳ Ｐゴシック" charset="0"/>
        <a:cs typeface="ＭＳ Ｐゴシック" charset="0"/>
      </a:defRPr>
    </a:lvl8pPr>
    <a:lvl9pPr marL="3657600" algn="l" defTabSz="457200" rtl="0" eaLnBrk="1" latinLnBrk="0" hangingPunct="1">
      <a:defRPr sz="2600" kern="1200">
        <a:solidFill>
          <a:schemeClr val="tx1"/>
        </a:solidFill>
        <a:latin typeface="Gill Sans MT"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181">
          <p15:clr>
            <a:srgbClr val="A4A3A4"/>
          </p15:clr>
        </p15:guide>
        <p15:guide id="2" orient="horz" pos="369">
          <p15:clr>
            <a:srgbClr val="A4A3A4"/>
          </p15:clr>
        </p15:guide>
        <p15:guide id="3" pos="432">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e Kraemer" initials="SK" lastIdx="21" clrIdx="0">
    <p:extLst>
      <p:ext uri="{19B8F6BF-5375-455C-9EA6-DF929625EA0E}">
        <p15:presenceInfo xmlns:p15="http://schemas.microsoft.com/office/powerpoint/2012/main" userId="S::skraemer@tableau.com::7a5daa9a-16ba-46a5-b923-3f62e46c1c29" providerId="AD"/>
      </p:ext>
    </p:extLst>
  </p:cmAuthor>
  <p:cmAuthor id="2" name="Corrina Wycoff" initials="CW" lastIdx="6" clrIdx="1">
    <p:extLst>
      <p:ext uri="{19B8F6BF-5375-455C-9EA6-DF929625EA0E}">
        <p15:presenceInfo xmlns:p15="http://schemas.microsoft.com/office/powerpoint/2012/main" userId="S::cwycoff@tableau.com::51dc464f-9f3d-4d61-a9cf-b762031172fd" providerId="AD"/>
      </p:ext>
    </p:extLst>
  </p:cmAuthor>
  <p:cmAuthor id="3" name="Meagan Corbett" initials="MC" lastIdx="17" clrIdx="2">
    <p:extLst>
      <p:ext uri="{19B8F6BF-5375-455C-9EA6-DF929625EA0E}">
        <p15:presenceInfo xmlns:p15="http://schemas.microsoft.com/office/powerpoint/2012/main" userId="S::mcorbett@tableau.com::945f39ac-144a-404c-8a95-dc2b482fbf9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B2E4D7"/>
    <a:srgbClr val="E0E0E0"/>
    <a:srgbClr val="59879B"/>
    <a:srgbClr val="1F447D"/>
    <a:srgbClr val="6666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714EA8-CF43-4645-A09A-EF56084ACB6B}" v="63" dt="2020-07-06T21:37:04.451"/>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76027" autoAdjust="0"/>
  </p:normalViewPr>
  <p:slideViewPr>
    <p:cSldViewPr snapToGrid="0">
      <p:cViewPr varScale="1">
        <p:scale>
          <a:sx n="79" d="100"/>
          <a:sy n="79" d="100"/>
        </p:scale>
        <p:origin x="1800" y="200"/>
      </p:cViewPr>
      <p:guideLst>
        <p:guide orient="horz" pos="1181"/>
        <p:guide orient="horz" pos="369"/>
        <p:guide pos="432"/>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handoutMaster" Target="handoutMasters/handoutMaster1.xml"/><Relationship Id="rId42" Type="http://schemas.microsoft.com/office/2015/10/relationships/revisionInfo" Target="revisionInfo.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commentAuthors" Target="commentAuthor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gs" Target="tags/tag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e Kraemer" userId="7a5daa9a-16ba-46a5-b923-3f62e46c1c29" providerId="ADAL" clId="{75714EA8-CF43-4645-A09A-EF56084ACB6B}"/>
    <pc:docChg chg="custSel modSld">
      <pc:chgData name="Sue Kraemer" userId="7a5daa9a-16ba-46a5-b923-3f62e46c1c29" providerId="ADAL" clId="{75714EA8-CF43-4645-A09A-EF56084ACB6B}" dt="2020-07-06T21:40:51.604" v="911" actId="20577"/>
      <pc:docMkLst>
        <pc:docMk/>
      </pc:docMkLst>
      <pc:sldChg chg="addSp modSp mod">
        <pc:chgData name="Sue Kraemer" userId="7a5daa9a-16ba-46a5-b923-3f62e46c1c29" providerId="ADAL" clId="{75714EA8-CF43-4645-A09A-EF56084ACB6B}" dt="2020-07-02T20:47:27.619" v="1" actId="1076"/>
        <pc:sldMkLst>
          <pc:docMk/>
          <pc:sldMk cId="0" sldId="256"/>
        </pc:sldMkLst>
        <pc:spChg chg="add mod">
          <ac:chgData name="Sue Kraemer" userId="7a5daa9a-16ba-46a5-b923-3f62e46c1c29" providerId="ADAL" clId="{75714EA8-CF43-4645-A09A-EF56084ACB6B}" dt="2020-07-02T20:47:27.619" v="1" actId="1076"/>
          <ac:spMkLst>
            <pc:docMk/>
            <pc:sldMk cId="0" sldId="256"/>
            <ac:spMk id="4" creationId="{CA2310B3-D93E-43CA-918B-55627217CF6E}"/>
          </ac:spMkLst>
        </pc:spChg>
      </pc:sldChg>
      <pc:sldChg chg="modNotesTx">
        <pc:chgData name="Sue Kraemer" userId="7a5daa9a-16ba-46a5-b923-3f62e46c1c29" providerId="ADAL" clId="{75714EA8-CF43-4645-A09A-EF56084ACB6B}" dt="2020-07-06T21:40:51.604" v="911" actId="20577"/>
        <pc:sldMkLst>
          <pc:docMk/>
          <pc:sldMk cId="2016909472" sldId="584"/>
        </pc:sldMkLst>
      </pc:sldChg>
    </pc:docChg>
  </pc:docChgLst>
  <pc:docChgLst>
    <pc:chgData name="Corrina Wycoff" userId="S::cwycoff@tableau.com::51dc464f-9f3d-4d61-a9cf-b762031172fd" providerId="AD" clId="Web-{EA02FE82-DE71-34ED-EA08-15AFE9665CE5}"/>
    <pc:docChg chg="">
      <pc:chgData name="Corrina Wycoff" userId="S::cwycoff@tableau.com::51dc464f-9f3d-4d61-a9cf-b762031172fd" providerId="AD" clId="Web-{EA02FE82-DE71-34ED-EA08-15AFE9665CE5}" dt="2020-02-06T20:29:29.248" v="2"/>
      <pc:docMkLst>
        <pc:docMk/>
      </pc:docMkLst>
      <pc:sldChg chg="addCm">
        <pc:chgData name="Corrina Wycoff" userId="S::cwycoff@tableau.com::51dc464f-9f3d-4d61-a9cf-b762031172fd" providerId="AD" clId="Web-{EA02FE82-DE71-34ED-EA08-15AFE9665CE5}" dt="2020-02-06T20:26:20.280" v="0"/>
        <pc:sldMkLst>
          <pc:docMk/>
          <pc:sldMk cId="400243190" sldId="583"/>
        </pc:sldMkLst>
      </pc:sldChg>
      <pc:sldChg chg="addCm">
        <pc:chgData name="Corrina Wycoff" userId="S::cwycoff@tableau.com::51dc464f-9f3d-4d61-a9cf-b762031172fd" providerId="AD" clId="Web-{EA02FE82-DE71-34ED-EA08-15AFE9665CE5}" dt="2020-02-06T20:27:50.811" v="1"/>
        <pc:sldMkLst>
          <pc:docMk/>
          <pc:sldMk cId="3875349101" sldId="585"/>
        </pc:sldMkLst>
      </pc:sldChg>
      <pc:sldChg chg="addCm">
        <pc:chgData name="Corrina Wycoff" userId="S::cwycoff@tableau.com::51dc464f-9f3d-4d61-a9cf-b762031172fd" providerId="AD" clId="Web-{EA02FE82-DE71-34ED-EA08-15AFE9665CE5}" dt="2020-02-06T20:29:29.248" v="2"/>
        <pc:sldMkLst>
          <pc:docMk/>
          <pc:sldMk cId="4218187448" sldId="586"/>
        </pc:sldMkLst>
      </pc:sldChg>
    </pc:docChg>
  </pc:docChgLst>
  <pc:docChgLst>
    <pc:chgData name="Sue Kraemer" userId="7a5daa9a-16ba-46a5-b923-3f62e46c1c29" providerId="ADAL" clId="{21CAE647-6EFB-4C44-9B1E-EB655B442CE1}"/>
    <pc:docChg chg="custSel modSld">
      <pc:chgData name="Sue Kraemer" userId="7a5daa9a-16ba-46a5-b923-3f62e46c1c29" providerId="ADAL" clId="{21CAE647-6EFB-4C44-9B1E-EB655B442CE1}" dt="2020-02-18T20:45:15.779" v="352" actId="14861"/>
      <pc:docMkLst>
        <pc:docMk/>
      </pc:docMkLst>
      <pc:sldChg chg="modSp">
        <pc:chgData name="Sue Kraemer" userId="7a5daa9a-16ba-46a5-b923-3f62e46c1c29" providerId="ADAL" clId="{21CAE647-6EFB-4C44-9B1E-EB655B442CE1}" dt="2020-02-06T08:35:48.691" v="74" actId="6549"/>
        <pc:sldMkLst>
          <pc:docMk/>
          <pc:sldMk cId="0" sldId="302"/>
        </pc:sldMkLst>
        <pc:spChg chg="mod">
          <ac:chgData name="Sue Kraemer" userId="7a5daa9a-16ba-46a5-b923-3f62e46c1c29" providerId="ADAL" clId="{21CAE647-6EFB-4C44-9B1E-EB655B442CE1}" dt="2020-02-06T08:35:44.698" v="73" actId="6549"/>
          <ac:spMkLst>
            <pc:docMk/>
            <pc:sldMk cId="0" sldId="302"/>
            <ac:spMk id="8" creationId="{00000000-0000-0000-0000-000000000000}"/>
          </ac:spMkLst>
        </pc:spChg>
        <pc:spChg chg="mod">
          <ac:chgData name="Sue Kraemer" userId="7a5daa9a-16ba-46a5-b923-3f62e46c1c29" providerId="ADAL" clId="{21CAE647-6EFB-4C44-9B1E-EB655B442CE1}" dt="2020-02-06T08:35:48.691" v="74" actId="6549"/>
          <ac:spMkLst>
            <pc:docMk/>
            <pc:sldMk cId="0" sldId="302"/>
            <ac:spMk id="9" creationId="{00000000-0000-0000-0000-000000000000}"/>
          </ac:spMkLst>
        </pc:spChg>
      </pc:sldChg>
      <pc:sldChg chg="addCm delCm modCm">
        <pc:chgData name="Sue Kraemer" userId="7a5daa9a-16ba-46a5-b923-3f62e46c1c29" providerId="ADAL" clId="{21CAE647-6EFB-4C44-9B1E-EB655B442CE1}" dt="2020-02-06T18:31:24.964" v="85" actId="1592"/>
        <pc:sldMkLst>
          <pc:docMk/>
          <pc:sldMk cId="0" sldId="348"/>
        </pc:sldMkLst>
      </pc:sldChg>
      <pc:sldChg chg="modSp">
        <pc:chgData name="Sue Kraemer" userId="7a5daa9a-16ba-46a5-b923-3f62e46c1c29" providerId="ADAL" clId="{21CAE647-6EFB-4C44-9B1E-EB655B442CE1}" dt="2020-02-18T20:35:47.451" v="292" actId="1582"/>
        <pc:sldMkLst>
          <pc:docMk/>
          <pc:sldMk cId="1363770076" sldId="570"/>
        </pc:sldMkLst>
        <pc:picChg chg="mod modCrop">
          <ac:chgData name="Sue Kraemer" userId="7a5daa9a-16ba-46a5-b923-3f62e46c1c29" providerId="ADAL" clId="{21CAE647-6EFB-4C44-9B1E-EB655B442CE1}" dt="2020-02-18T20:35:47.451" v="292" actId="1582"/>
          <ac:picMkLst>
            <pc:docMk/>
            <pc:sldMk cId="1363770076" sldId="570"/>
            <ac:picMk id="3" creationId="{00000000-0000-0000-0000-000000000000}"/>
          </ac:picMkLst>
        </pc:picChg>
      </pc:sldChg>
      <pc:sldChg chg="modSp">
        <pc:chgData name="Sue Kraemer" userId="7a5daa9a-16ba-46a5-b923-3f62e46c1c29" providerId="ADAL" clId="{21CAE647-6EFB-4C44-9B1E-EB655B442CE1}" dt="2020-02-18T20:36:32.611" v="298" actId="1582"/>
        <pc:sldMkLst>
          <pc:docMk/>
          <pc:sldMk cId="2892287543" sldId="571"/>
        </pc:sldMkLst>
        <pc:picChg chg="mod modCrop">
          <ac:chgData name="Sue Kraemer" userId="7a5daa9a-16ba-46a5-b923-3f62e46c1c29" providerId="ADAL" clId="{21CAE647-6EFB-4C44-9B1E-EB655B442CE1}" dt="2020-02-18T20:36:32.611" v="298" actId="1582"/>
          <ac:picMkLst>
            <pc:docMk/>
            <pc:sldMk cId="2892287543" sldId="571"/>
            <ac:picMk id="8" creationId="{00000000-0000-0000-0000-000000000000}"/>
          </ac:picMkLst>
        </pc:picChg>
      </pc:sldChg>
      <pc:sldChg chg="addCm modCm">
        <pc:chgData name="Sue Kraemer" userId="7a5daa9a-16ba-46a5-b923-3f62e46c1c29" providerId="ADAL" clId="{21CAE647-6EFB-4C44-9B1E-EB655B442CE1}" dt="2020-02-18T20:28:53.552" v="235" actId="1589"/>
        <pc:sldMkLst>
          <pc:docMk/>
          <pc:sldMk cId="2962546620" sldId="572"/>
        </pc:sldMkLst>
      </pc:sldChg>
      <pc:sldChg chg="modSp addCm modCm">
        <pc:chgData name="Sue Kraemer" userId="7a5daa9a-16ba-46a5-b923-3f62e46c1c29" providerId="ADAL" clId="{21CAE647-6EFB-4C44-9B1E-EB655B442CE1}" dt="2020-02-18T20:29:16.172" v="237" actId="255"/>
        <pc:sldMkLst>
          <pc:docMk/>
          <pc:sldMk cId="3378489453" sldId="573"/>
        </pc:sldMkLst>
        <pc:spChg chg="mod">
          <ac:chgData name="Sue Kraemer" userId="7a5daa9a-16ba-46a5-b923-3f62e46c1c29" providerId="ADAL" clId="{21CAE647-6EFB-4C44-9B1E-EB655B442CE1}" dt="2020-02-18T20:29:16.172" v="237" actId="255"/>
          <ac:spMkLst>
            <pc:docMk/>
            <pc:sldMk cId="3378489453" sldId="573"/>
            <ac:spMk id="6" creationId="{7CC8DCCC-BDC1-4F12-8D10-94042552CC7E}"/>
          </ac:spMkLst>
        </pc:spChg>
      </pc:sldChg>
      <pc:sldChg chg="modSp addCm modCm">
        <pc:chgData name="Sue Kraemer" userId="7a5daa9a-16ba-46a5-b923-3f62e46c1c29" providerId="ADAL" clId="{21CAE647-6EFB-4C44-9B1E-EB655B442CE1}" dt="2020-02-18T20:29:49.381" v="239" actId="2711"/>
        <pc:sldMkLst>
          <pc:docMk/>
          <pc:sldMk cId="2131237126" sldId="574"/>
        </pc:sldMkLst>
        <pc:spChg chg="mod">
          <ac:chgData name="Sue Kraemer" userId="7a5daa9a-16ba-46a5-b923-3f62e46c1c29" providerId="ADAL" clId="{21CAE647-6EFB-4C44-9B1E-EB655B442CE1}" dt="2020-02-18T20:29:49.381" v="239" actId="2711"/>
          <ac:spMkLst>
            <pc:docMk/>
            <pc:sldMk cId="2131237126" sldId="574"/>
            <ac:spMk id="6" creationId="{7CC8DCCC-BDC1-4F12-8D10-94042552CC7E}"/>
          </ac:spMkLst>
        </pc:spChg>
      </pc:sldChg>
      <pc:sldChg chg="modSp addCm modNotesTx">
        <pc:chgData name="Sue Kraemer" userId="7a5daa9a-16ba-46a5-b923-3f62e46c1c29" providerId="ADAL" clId="{21CAE647-6EFB-4C44-9B1E-EB655B442CE1}" dt="2020-02-18T20:31:27.111" v="267" actId="1589"/>
        <pc:sldMkLst>
          <pc:docMk/>
          <pc:sldMk cId="3016633867" sldId="575"/>
        </pc:sldMkLst>
        <pc:spChg chg="mod">
          <ac:chgData name="Sue Kraemer" userId="7a5daa9a-16ba-46a5-b923-3f62e46c1c29" providerId="ADAL" clId="{21CAE647-6EFB-4C44-9B1E-EB655B442CE1}" dt="2020-02-18T20:30:01.943" v="241" actId="2711"/>
          <ac:spMkLst>
            <pc:docMk/>
            <pc:sldMk cId="3016633867" sldId="575"/>
            <ac:spMk id="6" creationId="{7CC8DCCC-BDC1-4F12-8D10-94042552CC7E}"/>
          </ac:spMkLst>
        </pc:spChg>
      </pc:sldChg>
      <pc:sldChg chg="modSp">
        <pc:chgData name="Sue Kraemer" userId="7a5daa9a-16ba-46a5-b923-3f62e46c1c29" providerId="ADAL" clId="{21CAE647-6EFB-4C44-9B1E-EB655B442CE1}" dt="2020-02-18T20:30:13.562" v="243" actId="255"/>
        <pc:sldMkLst>
          <pc:docMk/>
          <pc:sldMk cId="213711657" sldId="576"/>
        </pc:sldMkLst>
        <pc:spChg chg="mod">
          <ac:chgData name="Sue Kraemer" userId="7a5daa9a-16ba-46a5-b923-3f62e46c1c29" providerId="ADAL" clId="{21CAE647-6EFB-4C44-9B1E-EB655B442CE1}" dt="2020-02-18T20:30:13.562" v="243" actId="255"/>
          <ac:spMkLst>
            <pc:docMk/>
            <pc:sldMk cId="213711657" sldId="576"/>
            <ac:spMk id="6" creationId="{7CC8DCCC-BDC1-4F12-8D10-94042552CC7E}"/>
          </ac:spMkLst>
        </pc:spChg>
      </pc:sldChg>
      <pc:sldChg chg="modSp">
        <pc:chgData name="Sue Kraemer" userId="7a5daa9a-16ba-46a5-b923-3f62e46c1c29" providerId="ADAL" clId="{21CAE647-6EFB-4C44-9B1E-EB655B442CE1}" dt="2020-02-18T20:30:23.238" v="245" actId="2711"/>
        <pc:sldMkLst>
          <pc:docMk/>
          <pc:sldMk cId="1165197281" sldId="577"/>
        </pc:sldMkLst>
        <pc:spChg chg="mod">
          <ac:chgData name="Sue Kraemer" userId="7a5daa9a-16ba-46a5-b923-3f62e46c1c29" providerId="ADAL" clId="{21CAE647-6EFB-4C44-9B1E-EB655B442CE1}" dt="2020-02-18T20:30:23.238" v="245" actId="2711"/>
          <ac:spMkLst>
            <pc:docMk/>
            <pc:sldMk cId="1165197281" sldId="577"/>
            <ac:spMk id="6" creationId="{7CC8DCCC-BDC1-4F12-8D10-94042552CC7E}"/>
          </ac:spMkLst>
        </pc:spChg>
      </pc:sldChg>
      <pc:sldChg chg="modSp">
        <pc:chgData name="Sue Kraemer" userId="7a5daa9a-16ba-46a5-b923-3f62e46c1c29" providerId="ADAL" clId="{21CAE647-6EFB-4C44-9B1E-EB655B442CE1}" dt="2020-02-18T20:31:44.638" v="269" actId="2711"/>
        <pc:sldMkLst>
          <pc:docMk/>
          <pc:sldMk cId="1219715817" sldId="578"/>
        </pc:sldMkLst>
        <pc:spChg chg="mod">
          <ac:chgData name="Sue Kraemer" userId="7a5daa9a-16ba-46a5-b923-3f62e46c1c29" providerId="ADAL" clId="{21CAE647-6EFB-4C44-9B1E-EB655B442CE1}" dt="2020-02-18T20:31:44.638" v="269" actId="2711"/>
          <ac:spMkLst>
            <pc:docMk/>
            <pc:sldMk cId="1219715817" sldId="578"/>
            <ac:spMk id="6" creationId="{7CC8DCCC-BDC1-4F12-8D10-94042552CC7E}"/>
          </ac:spMkLst>
        </pc:spChg>
      </pc:sldChg>
      <pc:sldChg chg="modSp">
        <pc:chgData name="Sue Kraemer" userId="7a5daa9a-16ba-46a5-b923-3f62e46c1c29" providerId="ADAL" clId="{21CAE647-6EFB-4C44-9B1E-EB655B442CE1}" dt="2020-02-18T20:32:11.557" v="271" actId="2711"/>
        <pc:sldMkLst>
          <pc:docMk/>
          <pc:sldMk cId="1674970720" sldId="579"/>
        </pc:sldMkLst>
        <pc:spChg chg="mod">
          <ac:chgData name="Sue Kraemer" userId="7a5daa9a-16ba-46a5-b923-3f62e46c1c29" providerId="ADAL" clId="{21CAE647-6EFB-4C44-9B1E-EB655B442CE1}" dt="2020-02-18T20:32:11.557" v="271" actId="2711"/>
          <ac:spMkLst>
            <pc:docMk/>
            <pc:sldMk cId="1674970720" sldId="579"/>
            <ac:spMk id="6" creationId="{7CC8DCCC-BDC1-4F12-8D10-94042552CC7E}"/>
          </ac:spMkLst>
        </pc:spChg>
      </pc:sldChg>
      <pc:sldChg chg="modNotesTx">
        <pc:chgData name="Sue Kraemer" userId="7a5daa9a-16ba-46a5-b923-3f62e46c1c29" providerId="ADAL" clId="{21CAE647-6EFB-4C44-9B1E-EB655B442CE1}" dt="2020-02-06T23:28:24.668" v="213" actId="20577"/>
        <pc:sldMkLst>
          <pc:docMk/>
          <pc:sldMk cId="620950194" sldId="581"/>
        </pc:sldMkLst>
      </pc:sldChg>
      <pc:sldChg chg="modSp addCm">
        <pc:chgData name="Sue Kraemer" userId="7a5daa9a-16ba-46a5-b923-3f62e46c1c29" providerId="ADAL" clId="{21CAE647-6EFB-4C44-9B1E-EB655B442CE1}" dt="2020-02-18T20:33:50.337" v="278" actId="1589"/>
        <pc:sldMkLst>
          <pc:docMk/>
          <pc:sldMk cId="2450470720" sldId="582"/>
        </pc:sldMkLst>
        <pc:spChg chg="mod">
          <ac:chgData name="Sue Kraemer" userId="7a5daa9a-16ba-46a5-b923-3f62e46c1c29" providerId="ADAL" clId="{21CAE647-6EFB-4C44-9B1E-EB655B442CE1}" dt="2020-02-18T20:33:45.357" v="277" actId="6549"/>
          <ac:spMkLst>
            <pc:docMk/>
            <pc:sldMk cId="2450470720" sldId="582"/>
            <ac:spMk id="3" creationId="{8CE1E456-A35C-40A1-9193-F2D19836D6A9}"/>
          </ac:spMkLst>
        </pc:spChg>
      </pc:sldChg>
      <pc:sldChg chg="modSp addCm delCm modCm modNotesTx">
        <pc:chgData name="Sue Kraemer" userId="7a5daa9a-16ba-46a5-b923-3f62e46c1c29" providerId="ADAL" clId="{21CAE647-6EFB-4C44-9B1E-EB655B442CE1}" dt="2020-02-18T20:38:02.425" v="307" actId="14861"/>
        <pc:sldMkLst>
          <pc:docMk/>
          <pc:sldMk cId="400243190" sldId="583"/>
        </pc:sldMkLst>
        <pc:spChg chg="mod">
          <ac:chgData name="Sue Kraemer" userId="7a5daa9a-16ba-46a5-b923-3f62e46c1c29" providerId="ADAL" clId="{21CAE647-6EFB-4C44-9B1E-EB655B442CE1}" dt="2020-02-18T20:37:02.823" v="300" actId="1076"/>
          <ac:spMkLst>
            <pc:docMk/>
            <pc:sldMk cId="400243190" sldId="583"/>
            <ac:spMk id="11" creationId="{A258B49E-B815-43EA-BC90-6044DAF0BF84}"/>
          </ac:spMkLst>
        </pc:spChg>
        <pc:spChg chg="mod">
          <ac:chgData name="Sue Kraemer" userId="7a5daa9a-16ba-46a5-b923-3f62e46c1c29" providerId="ADAL" clId="{21CAE647-6EFB-4C44-9B1E-EB655B442CE1}" dt="2020-02-18T20:37:53.671" v="305" actId="14100"/>
          <ac:spMkLst>
            <pc:docMk/>
            <pc:sldMk cId="400243190" sldId="583"/>
            <ac:spMk id="12" creationId="{0C16DC3E-EA19-4334-BB35-EF322156B037}"/>
          </ac:spMkLst>
        </pc:spChg>
        <pc:picChg chg="mod">
          <ac:chgData name="Sue Kraemer" userId="7a5daa9a-16ba-46a5-b923-3f62e46c1c29" providerId="ADAL" clId="{21CAE647-6EFB-4C44-9B1E-EB655B442CE1}" dt="2020-02-18T20:38:02.425" v="307" actId="14861"/>
          <ac:picMkLst>
            <pc:docMk/>
            <pc:sldMk cId="400243190" sldId="583"/>
            <ac:picMk id="8" creationId="{8739875F-8C9A-40E5-B2A9-7202C3FD152D}"/>
          </ac:picMkLst>
        </pc:picChg>
      </pc:sldChg>
      <pc:sldChg chg="modSp addCm delCm">
        <pc:chgData name="Sue Kraemer" userId="7a5daa9a-16ba-46a5-b923-3f62e46c1c29" providerId="ADAL" clId="{21CAE647-6EFB-4C44-9B1E-EB655B442CE1}" dt="2020-02-18T20:38:17.862" v="310" actId="14861"/>
        <pc:sldMkLst>
          <pc:docMk/>
          <pc:sldMk cId="2016909472" sldId="584"/>
        </pc:sldMkLst>
        <pc:picChg chg="mod">
          <ac:chgData name="Sue Kraemer" userId="7a5daa9a-16ba-46a5-b923-3f62e46c1c29" providerId="ADAL" clId="{21CAE647-6EFB-4C44-9B1E-EB655B442CE1}" dt="2020-02-18T20:38:17.862" v="310" actId="14861"/>
          <ac:picMkLst>
            <pc:docMk/>
            <pc:sldMk cId="2016909472" sldId="584"/>
            <ac:picMk id="7" creationId="{0A61A05F-75D4-4F95-B5FC-658B7DB98C8E}"/>
          </ac:picMkLst>
        </pc:picChg>
      </pc:sldChg>
      <pc:sldChg chg="modSp addCm modCm">
        <pc:chgData name="Sue Kraemer" userId="7a5daa9a-16ba-46a5-b923-3f62e46c1c29" providerId="ADAL" clId="{21CAE647-6EFB-4C44-9B1E-EB655B442CE1}" dt="2020-02-18T20:39:41.435" v="318" actId="1076"/>
        <pc:sldMkLst>
          <pc:docMk/>
          <pc:sldMk cId="3875349101" sldId="585"/>
        </pc:sldMkLst>
        <pc:picChg chg="mod">
          <ac:chgData name="Sue Kraemer" userId="7a5daa9a-16ba-46a5-b923-3f62e46c1c29" providerId="ADAL" clId="{21CAE647-6EFB-4C44-9B1E-EB655B442CE1}" dt="2020-02-18T20:39:41.435" v="318" actId="1076"/>
          <ac:picMkLst>
            <pc:docMk/>
            <pc:sldMk cId="3875349101" sldId="585"/>
            <ac:picMk id="6" creationId="{316C72FC-4047-4AA2-9DAB-5FAEB5869D53}"/>
          </ac:picMkLst>
        </pc:picChg>
      </pc:sldChg>
      <pc:sldChg chg="modSp addCm">
        <pc:chgData name="Sue Kraemer" userId="7a5daa9a-16ba-46a5-b923-3f62e46c1c29" providerId="ADAL" clId="{21CAE647-6EFB-4C44-9B1E-EB655B442CE1}" dt="2020-02-18T20:40:05.846" v="321" actId="14861"/>
        <pc:sldMkLst>
          <pc:docMk/>
          <pc:sldMk cId="4218187448" sldId="586"/>
        </pc:sldMkLst>
        <pc:picChg chg="mod">
          <ac:chgData name="Sue Kraemer" userId="7a5daa9a-16ba-46a5-b923-3f62e46c1c29" providerId="ADAL" clId="{21CAE647-6EFB-4C44-9B1E-EB655B442CE1}" dt="2020-02-18T20:40:05.846" v="321" actId="14861"/>
          <ac:picMkLst>
            <pc:docMk/>
            <pc:sldMk cId="4218187448" sldId="586"/>
            <ac:picMk id="3" creationId="{00C2226D-B139-481E-839A-5768C1EFA113}"/>
          </ac:picMkLst>
        </pc:picChg>
      </pc:sldChg>
      <pc:sldChg chg="addSp delSp modSp addCm modNotesTx">
        <pc:chgData name="Sue Kraemer" userId="7a5daa9a-16ba-46a5-b923-3f62e46c1c29" providerId="ADAL" clId="{21CAE647-6EFB-4C44-9B1E-EB655B442CE1}" dt="2020-02-18T20:45:00.920" v="351" actId="20577"/>
        <pc:sldMkLst>
          <pc:docMk/>
          <pc:sldMk cId="1872887886" sldId="587"/>
        </pc:sldMkLst>
        <pc:picChg chg="del">
          <ac:chgData name="Sue Kraemer" userId="7a5daa9a-16ba-46a5-b923-3f62e46c1c29" providerId="ADAL" clId="{21CAE647-6EFB-4C44-9B1E-EB655B442CE1}" dt="2020-02-18T20:43:03.513" v="323" actId="478"/>
          <ac:picMkLst>
            <pc:docMk/>
            <pc:sldMk cId="1872887886" sldId="587"/>
            <ac:picMk id="2" creationId="{40E3BB9B-6163-492A-901D-7FA8C865D074}"/>
          </ac:picMkLst>
        </pc:picChg>
        <pc:picChg chg="del">
          <ac:chgData name="Sue Kraemer" userId="7a5daa9a-16ba-46a5-b923-3f62e46c1c29" providerId="ADAL" clId="{21CAE647-6EFB-4C44-9B1E-EB655B442CE1}" dt="2020-02-18T20:43:00.529" v="322" actId="478"/>
          <ac:picMkLst>
            <pc:docMk/>
            <pc:sldMk cId="1872887886" sldId="587"/>
            <ac:picMk id="4" creationId="{02BD88BC-618B-40BA-AD23-124D40845B25}"/>
          </ac:picMkLst>
        </pc:picChg>
        <pc:picChg chg="add mod">
          <ac:chgData name="Sue Kraemer" userId="7a5daa9a-16ba-46a5-b923-3f62e46c1c29" providerId="ADAL" clId="{21CAE647-6EFB-4C44-9B1E-EB655B442CE1}" dt="2020-02-18T20:43:31.462" v="329" actId="14861"/>
          <ac:picMkLst>
            <pc:docMk/>
            <pc:sldMk cId="1872887886" sldId="587"/>
            <ac:picMk id="6" creationId="{FCD1CE2F-930A-4F6F-8808-1C77659B441F}"/>
          </ac:picMkLst>
        </pc:picChg>
      </pc:sldChg>
      <pc:sldChg chg="modSp addCm modCm">
        <pc:chgData name="Sue Kraemer" userId="7a5daa9a-16ba-46a5-b923-3f62e46c1c29" providerId="ADAL" clId="{21CAE647-6EFB-4C44-9B1E-EB655B442CE1}" dt="2020-02-18T20:45:15.779" v="352" actId="14861"/>
        <pc:sldMkLst>
          <pc:docMk/>
          <pc:sldMk cId="1524144002" sldId="588"/>
        </pc:sldMkLst>
        <pc:picChg chg="mod modCrop">
          <ac:chgData name="Sue Kraemer" userId="7a5daa9a-16ba-46a5-b923-3f62e46c1c29" providerId="ADAL" clId="{21CAE647-6EFB-4C44-9B1E-EB655B442CE1}" dt="2020-02-18T20:45:15.779" v="352" actId="14861"/>
          <ac:picMkLst>
            <pc:docMk/>
            <pc:sldMk cId="1524144002" sldId="588"/>
            <ac:picMk id="3" creationId="{2ED2DDE7-EAF1-4365-A687-E6DB285EAF2E}"/>
          </ac:picMkLst>
        </pc:picChg>
      </pc:sldChg>
    </pc:docChg>
  </pc:docChgLst>
  <pc:docChgLst>
    <pc:chgData name="Corrina Wycoff" userId="S::cwycoff@tableau.com::51dc464f-9f3d-4d61-a9cf-b762031172fd" providerId="AD" clId="Web-{CDE0AE41-1C9D-A6B3-C652-B8FB3176B62A}"/>
    <pc:docChg chg="">
      <pc:chgData name="Corrina Wycoff" userId="S::cwycoff@tableau.com::51dc464f-9f3d-4d61-a9cf-b762031172fd" providerId="AD" clId="Web-{CDE0AE41-1C9D-A6B3-C652-B8FB3176B62A}" dt="2020-02-17T20:25:43.446" v="1"/>
      <pc:docMkLst>
        <pc:docMk/>
      </pc:docMkLst>
      <pc:sldChg chg="addCm modCm">
        <pc:chgData name="Corrina Wycoff" userId="S::cwycoff@tableau.com::51dc464f-9f3d-4d61-a9cf-b762031172fd" providerId="AD" clId="Web-{CDE0AE41-1C9D-A6B3-C652-B8FB3176B62A}" dt="2020-02-17T20:25:43.446" v="1"/>
        <pc:sldMkLst>
          <pc:docMk/>
          <pc:sldMk cId="2131237126" sldId="574"/>
        </pc:sldMkLst>
      </pc:sldChg>
    </pc:docChg>
  </pc:docChgLst>
  <pc:docChgLst>
    <pc:chgData name="Corrina Wycoff" userId="S::cwycoff@tableau.com::51dc464f-9f3d-4d61-a9cf-b762031172fd" providerId="AD" clId="Web-{D13A1E1A-EF0E-5ED4-28C9-0E9DD3E93C47}"/>
    <pc:docChg chg="">
      <pc:chgData name="Corrina Wycoff" userId="S::cwycoff@tableau.com::51dc464f-9f3d-4d61-a9cf-b762031172fd" providerId="AD" clId="Web-{D13A1E1A-EF0E-5ED4-28C9-0E9DD3E93C47}" dt="2020-02-18T21:12:42.036" v="0"/>
      <pc:docMkLst>
        <pc:docMk/>
      </pc:docMkLst>
      <pc:sldChg chg="addCm">
        <pc:chgData name="Corrina Wycoff" userId="S::cwycoff@tableau.com::51dc464f-9f3d-4d61-a9cf-b762031172fd" providerId="AD" clId="Web-{D13A1E1A-EF0E-5ED4-28C9-0E9DD3E93C47}" dt="2020-02-18T21:12:42.036" v="0"/>
        <pc:sldMkLst>
          <pc:docMk/>
          <pc:sldMk cId="3875349101" sldId="585"/>
        </pc:sldMkLst>
      </pc:sldChg>
    </pc:docChg>
  </pc:docChgLst>
  <pc:docChgLst>
    <pc:chgData name="Sue Kraemer" userId="7a5daa9a-16ba-46a5-b923-3f62e46c1c29" providerId="ADAL" clId="{5EA2E7A8-598B-44CC-AB27-DDDCF2B7F4C7}"/>
    <pc:docChg chg="custSel modSld">
      <pc:chgData name="Sue Kraemer" userId="7a5daa9a-16ba-46a5-b923-3f62e46c1c29" providerId="ADAL" clId="{5EA2E7A8-598B-44CC-AB27-DDDCF2B7F4C7}" dt="2020-02-19T02:58:59.855" v="19" actId="1592"/>
      <pc:docMkLst>
        <pc:docMk/>
      </pc:docMkLst>
      <pc:sldChg chg="delCm">
        <pc:chgData name="Sue Kraemer" userId="7a5daa9a-16ba-46a5-b923-3f62e46c1c29" providerId="ADAL" clId="{5EA2E7A8-598B-44CC-AB27-DDDCF2B7F4C7}" dt="2020-02-19T02:58:59.819" v="2" actId="1592"/>
        <pc:sldMkLst>
          <pc:docMk/>
          <pc:sldMk cId="0" sldId="256"/>
        </pc:sldMkLst>
      </pc:sldChg>
      <pc:sldChg chg="delCm">
        <pc:chgData name="Sue Kraemer" userId="7a5daa9a-16ba-46a5-b923-3f62e46c1c29" providerId="ADAL" clId="{5EA2E7A8-598B-44CC-AB27-DDDCF2B7F4C7}" dt="2020-02-19T02:58:59.846" v="11" actId="1592"/>
        <pc:sldMkLst>
          <pc:docMk/>
          <pc:sldMk cId="0" sldId="348"/>
        </pc:sldMkLst>
      </pc:sldChg>
      <pc:sldChg chg="delCm">
        <pc:chgData name="Sue Kraemer" userId="7a5daa9a-16ba-46a5-b923-3f62e46c1c29" providerId="ADAL" clId="{5EA2E7A8-598B-44CC-AB27-DDDCF2B7F4C7}" dt="2020-02-19T02:58:59.822" v="4" actId="1592"/>
        <pc:sldMkLst>
          <pc:docMk/>
          <pc:sldMk cId="1107155228" sldId="550"/>
        </pc:sldMkLst>
      </pc:sldChg>
      <pc:sldChg chg="delCm">
        <pc:chgData name="Sue Kraemer" userId="7a5daa9a-16ba-46a5-b923-3f62e46c1c29" providerId="ADAL" clId="{5EA2E7A8-598B-44CC-AB27-DDDCF2B7F4C7}" dt="2020-02-19T02:58:59.846" v="10" actId="1592"/>
        <pc:sldMkLst>
          <pc:docMk/>
          <pc:sldMk cId="1363770076" sldId="570"/>
        </pc:sldMkLst>
      </pc:sldChg>
      <pc:sldChg chg="delCm">
        <pc:chgData name="Sue Kraemer" userId="7a5daa9a-16ba-46a5-b923-3f62e46c1c29" providerId="ADAL" clId="{5EA2E7A8-598B-44CC-AB27-DDDCF2B7F4C7}" dt="2020-02-19T02:58:59.821" v="3" actId="1592"/>
        <pc:sldMkLst>
          <pc:docMk/>
          <pc:sldMk cId="2962546620" sldId="572"/>
        </pc:sldMkLst>
      </pc:sldChg>
      <pc:sldChg chg="delCm modCm">
        <pc:chgData name="Sue Kraemer" userId="7a5daa9a-16ba-46a5-b923-3f62e46c1c29" providerId="ADAL" clId="{5EA2E7A8-598B-44CC-AB27-DDDCF2B7F4C7}" dt="2020-02-19T02:58:59.826" v="5" actId="1592"/>
        <pc:sldMkLst>
          <pc:docMk/>
          <pc:sldMk cId="3378489453" sldId="573"/>
        </pc:sldMkLst>
      </pc:sldChg>
      <pc:sldChg chg="delCm">
        <pc:chgData name="Sue Kraemer" userId="7a5daa9a-16ba-46a5-b923-3f62e46c1c29" providerId="ADAL" clId="{5EA2E7A8-598B-44CC-AB27-DDDCF2B7F4C7}" dt="2020-02-19T02:58:59.843" v="6" actId="1592"/>
        <pc:sldMkLst>
          <pc:docMk/>
          <pc:sldMk cId="2131237126" sldId="574"/>
        </pc:sldMkLst>
      </pc:sldChg>
      <pc:sldChg chg="delCm">
        <pc:chgData name="Sue Kraemer" userId="7a5daa9a-16ba-46a5-b923-3f62e46c1c29" providerId="ADAL" clId="{5EA2E7A8-598B-44CC-AB27-DDDCF2B7F4C7}" dt="2020-02-19T02:58:59.843" v="7" actId="1592"/>
        <pc:sldMkLst>
          <pc:docMk/>
          <pc:sldMk cId="3016633867" sldId="575"/>
        </pc:sldMkLst>
      </pc:sldChg>
      <pc:sldChg chg="delCm">
        <pc:chgData name="Sue Kraemer" userId="7a5daa9a-16ba-46a5-b923-3f62e46c1c29" providerId="ADAL" clId="{5EA2E7A8-598B-44CC-AB27-DDDCF2B7F4C7}" dt="2020-02-19T02:58:59.844" v="8" actId="1592"/>
        <pc:sldMkLst>
          <pc:docMk/>
          <pc:sldMk cId="2450470720" sldId="582"/>
        </pc:sldMkLst>
      </pc:sldChg>
      <pc:sldChg chg="delCm">
        <pc:chgData name="Sue Kraemer" userId="7a5daa9a-16ba-46a5-b923-3f62e46c1c29" providerId="ADAL" clId="{5EA2E7A8-598B-44CC-AB27-DDDCF2B7F4C7}" dt="2020-02-19T02:58:59.847" v="12" actId="1592"/>
        <pc:sldMkLst>
          <pc:docMk/>
          <pc:sldMk cId="400243190" sldId="583"/>
        </pc:sldMkLst>
      </pc:sldChg>
      <pc:sldChg chg="delCm">
        <pc:chgData name="Sue Kraemer" userId="7a5daa9a-16ba-46a5-b923-3f62e46c1c29" providerId="ADAL" clId="{5EA2E7A8-598B-44CC-AB27-DDDCF2B7F4C7}" dt="2020-02-19T02:58:59.848" v="13" actId="1592"/>
        <pc:sldMkLst>
          <pc:docMk/>
          <pc:sldMk cId="2016909472" sldId="584"/>
        </pc:sldMkLst>
      </pc:sldChg>
      <pc:sldChg chg="delCm">
        <pc:chgData name="Sue Kraemer" userId="7a5daa9a-16ba-46a5-b923-3f62e46c1c29" providerId="ADAL" clId="{5EA2E7A8-598B-44CC-AB27-DDDCF2B7F4C7}" dt="2020-02-19T02:58:59.851" v="15" actId="1592"/>
        <pc:sldMkLst>
          <pc:docMk/>
          <pc:sldMk cId="3875349101" sldId="585"/>
        </pc:sldMkLst>
      </pc:sldChg>
      <pc:sldChg chg="delCm">
        <pc:chgData name="Sue Kraemer" userId="7a5daa9a-16ba-46a5-b923-3f62e46c1c29" providerId="ADAL" clId="{5EA2E7A8-598B-44CC-AB27-DDDCF2B7F4C7}" dt="2020-02-19T02:58:59.853" v="16" actId="1592"/>
        <pc:sldMkLst>
          <pc:docMk/>
          <pc:sldMk cId="4218187448" sldId="586"/>
        </pc:sldMkLst>
      </pc:sldChg>
      <pc:sldChg chg="delCm">
        <pc:chgData name="Sue Kraemer" userId="7a5daa9a-16ba-46a5-b923-3f62e46c1c29" providerId="ADAL" clId="{5EA2E7A8-598B-44CC-AB27-DDDCF2B7F4C7}" dt="2020-02-19T02:58:59.854" v="18" actId="1592"/>
        <pc:sldMkLst>
          <pc:docMk/>
          <pc:sldMk cId="1872887886" sldId="587"/>
        </pc:sldMkLst>
      </pc:sldChg>
      <pc:sldChg chg="delCm">
        <pc:chgData name="Sue Kraemer" userId="7a5daa9a-16ba-46a5-b923-3f62e46c1c29" providerId="ADAL" clId="{5EA2E7A8-598B-44CC-AB27-DDDCF2B7F4C7}" dt="2020-02-19T02:58:59.855" v="19" actId="1592"/>
        <pc:sldMkLst>
          <pc:docMk/>
          <pc:sldMk cId="1524144002" sldId="588"/>
        </pc:sldMkLst>
      </pc:sldChg>
    </pc:docChg>
  </pc:docChgLst>
  <pc:docChgLst>
    <pc:chgData name="Corrina Wycoff" userId="S::cwycoff@tableau.com::51dc464f-9f3d-4d61-a9cf-b762031172fd" providerId="AD" clId="Web-{C686B024-B571-AB2A-CB89-5DAD214DC61E}"/>
    <pc:docChg chg="">
      <pc:chgData name="Corrina Wycoff" userId="S::cwycoff@tableau.com::51dc464f-9f3d-4d61-a9cf-b762031172fd" providerId="AD" clId="Web-{C686B024-B571-AB2A-CB89-5DAD214DC61E}" dt="2020-02-18T20:40:33.203" v="0"/>
      <pc:docMkLst>
        <pc:docMk/>
      </pc:docMkLst>
      <pc:sldChg chg="addCm">
        <pc:chgData name="Corrina Wycoff" userId="S::cwycoff@tableau.com::51dc464f-9f3d-4d61-a9cf-b762031172fd" providerId="AD" clId="Web-{C686B024-B571-AB2A-CB89-5DAD214DC61E}" dt="2020-02-18T20:40:33.203" v="0"/>
        <pc:sldMkLst>
          <pc:docMk/>
          <pc:sldMk cId="400243190" sldId="583"/>
        </pc:sldMkLst>
      </pc:sldChg>
    </pc:docChg>
  </pc:docChgLst>
  <pc:docChgLst>
    <pc:chgData name="Meagan Corbett" userId="S::mcorbett@tableau.com::945f39ac-144a-404c-8a95-dc2b482fbf9f" providerId="AD" clId="Web-{D03BEEF0-2CAB-B54A-3ED4-E9089656EE8D}"/>
    <pc:docChg chg="modSld">
      <pc:chgData name="Meagan Corbett" userId="S::mcorbett@tableau.com::945f39ac-144a-404c-8a95-dc2b482fbf9f" providerId="AD" clId="Web-{D03BEEF0-2CAB-B54A-3ED4-E9089656EE8D}" dt="2020-02-12T21:00:22.401" v="77"/>
      <pc:docMkLst>
        <pc:docMk/>
      </pc:docMkLst>
      <pc:sldChg chg="modSp addCm">
        <pc:chgData name="Meagan Corbett" userId="S::mcorbett@tableau.com::945f39ac-144a-404c-8a95-dc2b482fbf9f" providerId="AD" clId="Web-{D03BEEF0-2CAB-B54A-3ED4-E9089656EE8D}" dt="2020-02-12T20:16:56.035" v="13" actId="20577"/>
        <pc:sldMkLst>
          <pc:docMk/>
          <pc:sldMk cId="0" sldId="256"/>
        </pc:sldMkLst>
        <pc:spChg chg="mod">
          <ac:chgData name="Meagan Corbett" userId="S::mcorbett@tableau.com::945f39ac-144a-404c-8a95-dc2b482fbf9f" providerId="AD" clId="Web-{D03BEEF0-2CAB-B54A-3ED4-E9089656EE8D}" dt="2020-02-12T20:16:56.035" v="13" actId="20577"/>
          <ac:spMkLst>
            <pc:docMk/>
            <pc:sldMk cId="0" sldId="256"/>
            <ac:spMk id="3" creationId="{00000000-0000-0000-0000-000000000000}"/>
          </ac:spMkLst>
        </pc:spChg>
      </pc:sldChg>
      <pc:sldChg chg="modSp addCm">
        <pc:chgData name="Meagan Corbett" userId="S::mcorbett@tableau.com::945f39ac-144a-404c-8a95-dc2b482fbf9f" providerId="AD" clId="Web-{D03BEEF0-2CAB-B54A-3ED4-E9089656EE8D}" dt="2020-02-12T20:36:43.227" v="41" actId="20577"/>
        <pc:sldMkLst>
          <pc:docMk/>
          <pc:sldMk cId="0" sldId="348"/>
        </pc:sldMkLst>
        <pc:spChg chg="mod">
          <ac:chgData name="Meagan Corbett" userId="S::mcorbett@tableau.com::945f39ac-144a-404c-8a95-dc2b482fbf9f" providerId="AD" clId="Web-{D03BEEF0-2CAB-B54A-3ED4-E9089656EE8D}" dt="2020-02-12T20:36:43.227" v="41" actId="20577"/>
          <ac:spMkLst>
            <pc:docMk/>
            <pc:sldMk cId="0" sldId="348"/>
            <ac:spMk id="2" creationId="{00000000-0000-0000-0000-000000000000}"/>
          </ac:spMkLst>
        </pc:spChg>
      </pc:sldChg>
      <pc:sldChg chg="modSp addCm">
        <pc:chgData name="Meagan Corbett" userId="S::mcorbett@tableau.com::945f39ac-144a-404c-8a95-dc2b482fbf9f" providerId="AD" clId="Web-{D03BEEF0-2CAB-B54A-3ED4-E9089656EE8D}" dt="2020-02-12T20:18:53.566" v="26" actId="20577"/>
        <pc:sldMkLst>
          <pc:docMk/>
          <pc:sldMk cId="1107155228" sldId="550"/>
        </pc:sldMkLst>
        <pc:spChg chg="mod">
          <ac:chgData name="Meagan Corbett" userId="S::mcorbett@tableau.com::945f39ac-144a-404c-8a95-dc2b482fbf9f" providerId="AD" clId="Web-{D03BEEF0-2CAB-B54A-3ED4-E9089656EE8D}" dt="2020-02-12T20:18:53.566" v="26" actId="20577"/>
          <ac:spMkLst>
            <pc:docMk/>
            <pc:sldMk cId="1107155228" sldId="550"/>
            <ac:spMk id="2" creationId="{00000000-0000-0000-0000-000000000000}"/>
          </ac:spMkLst>
        </pc:spChg>
      </pc:sldChg>
      <pc:sldChg chg="addCm">
        <pc:chgData name="Meagan Corbett" userId="S::mcorbett@tableau.com::945f39ac-144a-404c-8a95-dc2b482fbf9f" providerId="AD" clId="Web-{D03BEEF0-2CAB-B54A-3ED4-E9089656EE8D}" dt="2020-02-12T20:35:12.478" v="33"/>
        <pc:sldMkLst>
          <pc:docMk/>
          <pc:sldMk cId="1363770076" sldId="570"/>
        </pc:sldMkLst>
      </pc:sldChg>
      <pc:sldChg chg="addCm">
        <pc:chgData name="Meagan Corbett" userId="S::mcorbett@tableau.com::945f39ac-144a-404c-8a95-dc2b482fbf9f" providerId="AD" clId="Web-{D03BEEF0-2CAB-B54A-3ED4-E9089656EE8D}" dt="2020-02-12T20:18:10.207" v="15"/>
        <pc:sldMkLst>
          <pc:docMk/>
          <pc:sldMk cId="2962546620" sldId="572"/>
        </pc:sldMkLst>
      </pc:sldChg>
      <pc:sldChg chg="addCm">
        <pc:chgData name="Meagan Corbett" userId="S::mcorbett@tableau.com::945f39ac-144a-404c-8a95-dc2b482fbf9f" providerId="AD" clId="Web-{D03BEEF0-2CAB-B54A-3ED4-E9089656EE8D}" dt="2020-02-12T20:19:46.581" v="28"/>
        <pc:sldMkLst>
          <pc:docMk/>
          <pc:sldMk cId="3378489453" sldId="573"/>
        </pc:sldMkLst>
      </pc:sldChg>
      <pc:sldChg chg="addCm">
        <pc:chgData name="Meagan Corbett" userId="S::mcorbett@tableau.com::945f39ac-144a-404c-8a95-dc2b482fbf9f" providerId="AD" clId="Web-{D03BEEF0-2CAB-B54A-3ED4-E9089656EE8D}" dt="2020-02-12T20:22:40.938" v="29"/>
        <pc:sldMkLst>
          <pc:docMk/>
          <pc:sldMk cId="2131237126" sldId="574"/>
        </pc:sldMkLst>
      </pc:sldChg>
      <pc:sldChg chg="addCm">
        <pc:chgData name="Meagan Corbett" userId="S::mcorbett@tableau.com::945f39ac-144a-404c-8a95-dc2b482fbf9f" providerId="AD" clId="Web-{D03BEEF0-2CAB-B54A-3ED4-E9089656EE8D}" dt="2020-02-12T20:23:27.407" v="30"/>
        <pc:sldMkLst>
          <pc:docMk/>
          <pc:sldMk cId="3016633867" sldId="575"/>
        </pc:sldMkLst>
      </pc:sldChg>
      <pc:sldChg chg="addCm">
        <pc:chgData name="Meagan Corbett" userId="S::mcorbett@tableau.com::945f39ac-144a-404c-8a95-dc2b482fbf9f" providerId="AD" clId="Web-{D03BEEF0-2CAB-B54A-3ED4-E9089656EE8D}" dt="2020-02-12T20:27:16.655" v="31"/>
        <pc:sldMkLst>
          <pc:docMk/>
          <pc:sldMk cId="2450470720" sldId="582"/>
        </pc:sldMkLst>
      </pc:sldChg>
      <pc:sldChg chg="modSp addCm">
        <pc:chgData name="Meagan Corbett" userId="S::mcorbett@tableau.com::945f39ac-144a-404c-8a95-dc2b482fbf9f" providerId="AD" clId="Web-{D03BEEF0-2CAB-B54A-3ED4-E9089656EE8D}" dt="2020-02-12T20:37:54.820" v="47"/>
        <pc:sldMkLst>
          <pc:docMk/>
          <pc:sldMk cId="400243190" sldId="583"/>
        </pc:sldMkLst>
        <pc:spChg chg="mod">
          <ac:chgData name="Meagan Corbett" userId="S::mcorbett@tableau.com::945f39ac-144a-404c-8a95-dc2b482fbf9f" providerId="AD" clId="Web-{D03BEEF0-2CAB-B54A-3ED4-E9089656EE8D}" dt="2020-02-12T20:37:25.712" v="46" actId="1076"/>
          <ac:spMkLst>
            <pc:docMk/>
            <pc:sldMk cId="400243190" sldId="583"/>
            <ac:spMk id="12" creationId="{0C16DC3E-EA19-4334-BB35-EF322156B037}"/>
          </ac:spMkLst>
        </pc:spChg>
        <pc:picChg chg="mod">
          <ac:chgData name="Meagan Corbett" userId="S::mcorbett@tableau.com::945f39ac-144a-404c-8a95-dc2b482fbf9f" providerId="AD" clId="Web-{D03BEEF0-2CAB-B54A-3ED4-E9089656EE8D}" dt="2020-02-12T20:37:19.164" v="45" actId="1076"/>
          <ac:picMkLst>
            <pc:docMk/>
            <pc:sldMk cId="400243190" sldId="583"/>
            <ac:picMk id="8" creationId="{8739875F-8C9A-40E5-B2A9-7202C3FD152D}"/>
          </ac:picMkLst>
        </pc:picChg>
      </pc:sldChg>
      <pc:sldChg chg="addCm modNotes">
        <pc:chgData name="Meagan Corbett" userId="S::mcorbett@tableau.com::945f39ac-144a-404c-8a95-dc2b482fbf9f" providerId="AD" clId="Web-{D03BEEF0-2CAB-B54A-3ED4-E9089656EE8D}" dt="2020-02-12T20:39:02.679" v="60"/>
        <pc:sldMkLst>
          <pc:docMk/>
          <pc:sldMk cId="2016909472" sldId="584"/>
        </pc:sldMkLst>
      </pc:sldChg>
      <pc:sldChg chg="modSp addCm">
        <pc:chgData name="Meagan Corbett" userId="S::mcorbett@tableau.com::945f39ac-144a-404c-8a95-dc2b482fbf9f" providerId="AD" clId="Web-{D03BEEF0-2CAB-B54A-3ED4-E9089656EE8D}" dt="2020-02-12T20:45:39.988" v="62"/>
        <pc:sldMkLst>
          <pc:docMk/>
          <pc:sldMk cId="3875349101" sldId="585"/>
        </pc:sldMkLst>
        <pc:picChg chg="mod">
          <ac:chgData name="Meagan Corbett" userId="S::mcorbett@tableau.com::945f39ac-144a-404c-8a95-dc2b482fbf9f" providerId="AD" clId="Web-{D03BEEF0-2CAB-B54A-3ED4-E9089656EE8D}" dt="2020-02-12T20:43:00.302" v="61" actId="1076"/>
          <ac:picMkLst>
            <pc:docMk/>
            <pc:sldMk cId="3875349101" sldId="585"/>
            <ac:picMk id="6" creationId="{316C72FC-4047-4AA2-9DAB-5FAEB5869D53}"/>
          </ac:picMkLst>
        </pc:picChg>
      </pc:sldChg>
      <pc:sldChg chg="modSp addCm">
        <pc:chgData name="Meagan Corbett" userId="S::mcorbett@tableau.com::945f39ac-144a-404c-8a95-dc2b482fbf9f" providerId="AD" clId="Web-{D03BEEF0-2CAB-B54A-3ED4-E9089656EE8D}" dt="2020-02-12T20:53:05.046" v="69" actId="14100"/>
        <pc:sldMkLst>
          <pc:docMk/>
          <pc:sldMk cId="4218187448" sldId="586"/>
        </pc:sldMkLst>
        <pc:picChg chg="mod modCrop">
          <ac:chgData name="Meagan Corbett" userId="S::mcorbett@tableau.com::945f39ac-144a-404c-8a95-dc2b482fbf9f" providerId="AD" clId="Web-{D03BEEF0-2CAB-B54A-3ED4-E9089656EE8D}" dt="2020-02-12T20:53:05.046" v="69" actId="14100"/>
          <ac:picMkLst>
            <pc:docMk/>
            <pc:sldMk cId="4218187448" sldId="586"/>
            <ac:picMk id="3" creationId="{00C2226D-B139-481E-839A-5768C1EFA113}"/>
          </ac:picMkLst>
        </pc:picChg>
      </pc:sldChg>
      <pc:sldChg chg="addSp modSp addCm">
        <pc:chgData name="Meagan Corbett" userId="S::mcorbett@tableau.com::945f39ac-144a-404c-8a95-dc2b482fbf9f" providerId="AD" clId="Web-{D03BEEF0-2CAB-B54A-3ED4-E9089656EE8D}" dt="2020-02-12T20:59:28.027" v="76"/>
        <pc:sldMkLst>
          <pc:docMk/>
          <pc:sldMk cId="1872887886" sldId="587"/>
        </pc:sldMkLst>
        <pc:picChg chg="add mod">
          <ac:chgData name="Meagan Corbett" userId="S::mcorbett@tableau.com::945f39ac-144a-404c-8a95-dc2b482fbf9f" providerId="AD" clId="Web-{D03BEEF0-2CAB-B54A-3ED4-E9089656EE8D}" dt="2020-02-12T20:58:42.887" v="75" actId="1076"/>
          <ac:picMkLst>
            <pc:docMk/>
            <pc:sldMk cId="1872887886" sldId="587"/>
            <ac:picMk id="2" creationId="{40E3BB9B-6163-492A-901D-7FA8C865D074}"/>
          </ac:picMkLst>
        </pc:picChg>
        <pc:picChg chg="mod modCrop">
          <ac:chgData name="Meagan Corbett" userId="S::mcorbett@tableau.com::945f39ac-144a-404c-8a95-dc2b482fbf9f" providerId="AD" clId="Web-{D03BEEF0-2CAB-B54A-3ED4-E9089656EE8D}" dt="2020-02-12T20:53:47.608" v="72" actId="14100"/>
          <ac:picMkLst>
            <pc:docMk/>
            <pc:sldMk cId="1872887886" sldId="587"/>
            <ac:picMk id="4" creationId="{02BD88BC-618B-40BA-AD23-124D40845B25}"/>
          </ac:picMkLst>
        </pc:picChg>
      </pc:sldChg>
      <pc:sldChg chg="addCm">
        <pc:chgData name="Meagan Corbett" userId="S::mcorbett@tableau.com::945f39ac-144a-404c-8a95-dc2b482fbf9f" providerId="AD" clId="Web-{D03BEEF0-2CAB-B54A-3ED4-E9089656EE8D}" dt="2020-02-12T21:00:22.401" v="77"/>
        <pc:sldMkLst>
          <pc:docMk/>
          <pc:sldMk cId="1524144002" sldId="588"/>
        </pc:sldMkLst>
      </pc:sldChg>
    </pc:docChg>
  </pc:docChgLst>
  <pc:docChgLst>
    <pc:chgData name="Sue Kraemer" userId="S::skraemer@tableau.com::7a5daa9a-16ba-46a5-b923-3f62e46c1c29" providerId="AD" clId="Web-{3CBBCBA3-386E-9107-D02A-4C238F2EF31E}"/>
    <pc:docChg chg="">
      <pc:chgData name="Sue Kraemer" userId="S::skraemer@tableau.com::7a5daa9a-16ba-46a5-b923-3f62e46c1c29" providerId="AD" clId="Web-{3CBBCBA3-386E-9107-D02A-4C238F2EF31E}" dt="2020-02-12T23:48:14.852" v="0"/>
      <pc:docMkLst>
        <pc:docMk/>
      </pc:docMkLst>
      <pc:sldChg chg="addCm">
        <pc:chgData name="Sue Kraemer" userId="S::skraemer@tableau.com::7a5daa9a-16ba-46a5-b923-3f62e46c1c29" providerId="AD" clId="Web-{3CBBCBA3-386E-9107-D02A-4C238F2EF31E}" dt="2020-02-12T23:48:14.852" v="0"/>
        <pc:sldMkLst>
          <pc:docMk/>
          <pc:sldMk cId="1363770076" sldId="57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defTabSz="1306221" fontAlgn="auto">
              <a:spcBef>
                <a:spcPts val="0"/>
              </a:spcBef>
              <a:spcAft>
                <a:spcPts val="0"/>
              </a:spcAft>
              <a:defRPr sz="1200" smtClean="0">
                <a:latin typeface="BentonSans Book"/>
                <a:ea typeface="+mn-ea"/>
                <a:cs typeface="+mn-cs"/>
              </a:defRPr>
            </a:lvl1pPr>
          </a:lstStyle>
          <a:p>
            <a:pPr>
              <a:defRPr/>
            </a:pPr>
            <a:fld id="{85591767-110F-A243-83F9-36645DAA76CB}" type="datetime1">
              <a:rPr lang="en-US"/>
              <a:pPr>
                <a:defRPr/>
              </a:pPr>
              <a:t>9/16/26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defTabSz="1306221" fontAlgn="auto">
              <a:spcBef>
                <a:spcPts val="0"/>
              </a:spcBef>
              <a:spcAft>
                <a:spcPts val="0"/>
              </a:spcAft>
              <a:defRPr sz="1200" smtClean="0">
                <a:latin typeface="BentonSans Book"/>
                <a:ea typeface="+mn-ea"/>
                <a:cs typeface="+mn-cs"/>
              </a:defRPr>
            </a:lvl1pPr>
          </a:lstStyle>
          <a:p>
            <a:pPr>
              <a:defRPr/>
            </a:pPr>
            <a:fld id="{183AF4F7-31B0-B643-9B95-E1F087EE11A4}" type="slidenum">
              <a:rPr lang="en-US"/>
              <a:pPr>
                <a:defRPr/>
              </a:pPr>
              <a:t>‹#›</a:t>
            </a:fld>
            <a:endParaRPr lang="en-US"/>
          </a:p>
        </p:txBody>
      </p:sp>
    </p:spTree>
    <p:extLst>
      <p:ext uri="{BB962C8B-B14F-4D97-AF65-F5344CB8AC3E}">
        <p14:creationId xmlns:p14="http://schemas.microsoft.com/office/powerpoint/2010/main" val="353554104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defTabSz="1306221" fontAlgn="auto">
              <a:spcBef>
                <a:spcPts val="0"/>
              </a:spcBef>
              <a:spcAft>
                <a:spcPts val="0"/>
              </a:spcAft>
              <a:defRPr sz="1200" smtClean="0">
                <a:latin typeface="BentonSans Book"/>
                <a:ea typeface="+mn-ea"/>
                <a:cs typeface="+mn-cs"/>
              </a:defRPr>
            </a:lvl1pPr>
          </a:lstStyle>
          <a:p>
            <a:pPr>
              <a:defRPr/>
            </a:pPr>
            <a:fld id="{7850FBDF-363D-BA4E-BF53-7E974FE76827}" type="datetime1">
              <a:rPr lang="en-US"/>
              <a:pPr>
                <a:defRPr/>
              </a:pPr>
              <a:t>9/16/26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defTabSz="1306221" fontAlgn="auto">
              <a:spcBef>
                <a:spcPts val="0"/>
              </a:spcBef>
              <a:spcAft>
                <a:spcPts val="0"/>
              </a:spcAft>
              <a:defRPr sz="1200" smtClean="0">
                <a:latin typeface="BentonSans Book"/>
                <a:ea typeface="+mn-ea"/>
                <a:cs typeface="+mn-cs"/>
              </a:defRPr>
            </a:lvl1pPr>
          </a:lstStyle>
          <a:p>
            <a:pPr>
              <a:defRPr/>
            </a:pPr>
            <a:fld id="{BE318CCB-9EB4-A04E-B82B-4EF927884A69}" type="slidenum">
              <a:rPr lang="en-US"/>
              <a:pPr>
                <a:defRPr/>
              </a:pPr>
              <a:t>‹#›</a:t>
            </a:fld>
            <a:endParaRPr lang="en-US"/>
          </a:p>
        </p:txBody>
      </p:sp>
    </p:spTree>
    <p:extLst>
      <p:ext uri="{BB962C8B-B14F-4D97-AF65-F5344CB8AC3E}">
        <p14:creationId xmlns:p14="http://schemas.microsoft.com/office/powerpoint/2010/main" val="1518684071"/>
      </p:ext>
    </p:extLst>
  </p:cSld>
  <p:clrMap bg1="lt1" tx1="dk1" bg2="lt2" tx2="dk2" accent1="accent1" accent2="accent2" accent3="accent3" accent4="accent4" accent5="accent5" accent6="accent6" hlink="hlink" folHlink="folHlink"/>
  <p:hf sldNum="0" hdr="0" ftr="0" dt="0"/>
  <p:notesStyle>
    <a:lvl1pPr algn="l" defTabSz="1304925" rtl="0" fontAlgn="base">
      <a:spcBef>
        <a:spcPct val="30000"/>
      </a:spcBef>
      <a:spcAft>
        <a:spcPct val="0"/>
      </a:spcAft>
      <a:defRPr kern="1200">
        <a:solidFill>
          <a:schemeClr val="tx1"/>
        </a:solidFill>
        <a:latin typeface="BentonSans Book"/>
        <a:ea typeface="ＭＳ Ｐゴシック" charset="0"/>
        <a:cs typeface="ＭＳ Ｐゴシック" charset="0"/>
      </a:defRPr>
    </a:lvl1pPr>
    <a:lvl2pPr marL="652463" algn="l" defTabSz="1304925" rtl="0" fontAlgn="base">
      <a:spcBef>
        <a:spcPct val="30000"/>
      </a:spcBef>
      <a:spcAft>
        <a:spcPct val="0"/>
      </a:spcAft>
      <a:defRPr kern="1200">
        <a:solidFill>
          <a:schemeClr val="tx1"/>
        </a:solidFill>
        <a:latin typeface="BentonSans Book"/>
        <a:ea typeface="ＭＳ Ｐゴシック" charset="0"/>
        <a:cs typeface="+mn-cs"/>
      </a:defRPr>
    </a:lvl2pPr>
    <a:lvl3pPr marL="1304925" algn="l" defTabSz="1304925" rtl="0" fontAlgn="base">
      <a:spcBef>
        <a:spcPct val="30000"/>
      </a:spcBef>
      <a:spcAft>
        <a:spcPct val="0"/>
      </a:spcAft>
      <a:defRPr kern="1200">
        <a:solidFill>
          <a:schemeClr val="tx1"/>
        </a:solidFill>
        <a:latin typeface="BentonSans Book"/>
        <a:ea typeface="ＭＳ Ｐゴシック" charset="0"/>
        <a:cs typeface="+mn-cs"/>
      </a:defRPr>
    </a:lvl3pPr>
    <a:lvl4pPr marL="1958975" algn="l" defTabSz="1304925" rtl="0" fontAlgn="base">
      <a:spcBef>
        <a:spcPct val="30000"/>
      </a:spcBef>
      <a:spcAft>
        <a:spcPct val="0"/>
      </a:spcAft>
      <a:defRPr kern="1200">
        <a:solidFill>
          <a:schemeClr val="tx1"/>
        </a:solidFill>
        <a:latin typeface="BentonSans Book"/>
        <a:ea typeface="ＭＳ Ｐゴシック" charset="0"/>
        <a:cs typeface="+mn-cs"/>
      </a:defRPr>
    </a:lvl4pPr>
    <a:lvl5pPr marL="2611438" algn="l" defTabSz="1304925" rtl="0" fontAlgn="base">
      <a:spcBef>
        <a:spcPct val="30000"/>
      </a:spcBef>
      <a:spcAft>
        <a:spcPct val="0"/>
      </a:spcAft>
      <a:defRPr kern="1200">
        <a:solidFill>
          <a:schemeClr val="tx1"/>
        </a:solidFill>
        <a:latin typeface="BentonSans Book"/>
        <a:ea typeface="ＭＳ Ｐゴシック" charset="0"/>
        <a:cs typeface="+mn-cs"/>
      </a:defRPr>
    </a:lvl5pPr>
    <a:lvl6pPr marL="3265550" algn="l" defTabSz="1306221" rtl="0" eaLnBrk="1" latinLnBrk="0" hangingPunct="1">
      <a:defRPr sz="1800" kern="1200">
        <a:solidFill>
          <a:schemeClr val="tx1"/>
        </a:solidFill>
        <a:latin typeface="+mn-lt"/>
        <a:ea typeface="+mn-ea"/>
        <a:cs typeface="+mn-cs"/>
      </a:defRPr>
    </a:lvl6pPr>
    <a:lvl7pPr marL="3918661" algn="l" defTabSz="1306221" rtl="0" eaLnBrk="1" latinLnBrk="0" hangingPunct="1">
      <a:defRPr sz="1800" kern="1200">
        <a:solidFill>
          <a:schemeClr val="tx1"/>
        </a:solidFill>
        <a:latin typeface="+mn-lt"/>
        <a:ea typeface="+mn-ea"/>
        <a:cs typeface="+mn-cs"/>
      </a:defRPr>
    </a:lvl7pPr>
    <a:lvl8pPr marL="4571771" algn="l" defTabSz="1306221" rtl="0" eaLnBrk="1" latinLnBrk="0" hangingPunct="1">
      <a:defRPr sz="1800" kern="1200">
        <a:solidFill>
          <a:schemeClr val="tx1"/>
        </a:solidFill>
        <a:latin typeface="+mn-lt"/>
        <a:ea typeface="+mn-ea"/>
        <a:cs typeface="+mn-cs"/>
      </a:defRPr>
    </a:lvl8pPr>
    <a:lvl9pPr marL="5224882" algn="l" defTabSz="1306221"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sciencemuseum.org.uk/objects-and-stories/florence-nightingale-pioneer-statistician"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help.tableau.com/current/pro/desktop/en-us/dashboards.htm" TargetMode="External"/><Relationship Id="rId2" Type="http://schemas.openxmlformats.org/officeDocument/2006/relationships/slide" Target="../slides/slide14.xml"/><Relationship Id="rId1" Type="http://schemas.openxmlformats.org/officeDocument/2006/relationships/notesMaster" Target="../notesMasters/notesMaster1.xml"/><Relationship Id="rId6" Type="http://schemas.openxmlformats.org/officeDocument/2006/relationships/hyperlink" Target="https://public.tableau.com/de-de/profile/andy.kriebel#!/vizhome/MakeoverMondayWeek4-BridgestoProsperity/MM2020W4" TargetMode="External"/><Relationship Id="rId5" Type="http://schemas.openxmlformats.org/officeDocument/2006/relationships/hyperlink" Target="https://bridgestoprosperity.org/global-work/rwanda/" TargetMode="External"/><Relationship Id="rId4" Type="http://schemas.openxmlformats.org/officeDocument/2006/relationships/hyperlink" Target="https://www.makeovermonday.co.uk/"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public.tableau.com/profile/andy.kriebel#!/vizhome/MakeoverMondayWeek4-BridgestoProsperity/MM2020W4"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howmuch.net/articles/wind-power-in-the-united-states-2018"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linkedin.com/pulse/creating-defense-centric-tableau-demo-sue-grist/"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http://www.storytellingwithdata.com/blog/2018/7/24/swdchallenge-recap-your-choice-makeover"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686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Title Slide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6AF1F147-0E8B-4530-A2FD-87F21370B711}"/>
              </a:ext>
            </a:extLst>
          </p:cNvPr>
          <p:cNvSpPr>
            <a:spLocks noGrp="1" noRot="1" noChangeAspect="1" noTextEdit="1"/>
          </p:cNvSpPr>
          <p:nvPr>
            <p:ph type="sldImg"/>
          </p:nvPr>
        </p:nvSpPr>
        <p:spPr bwMode="auto">
          <a:xfrm>
            <a:off x="2322513" y="530225"/>
            <a:ext cx="4718050" cy="2654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2F3888E3-19B7-4A22-AD18-60606C46AF63}"/>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a:defRPr/>
            </a:pPr>
            <a:endParaRPr lang="en-US" dirty="0">
              <a:hlinkClick r:id="rId3"/>
            </a:endParaRPr>
          </a:p>
          <a:p>
            <a:pPr>
              <a:defRPr/>
            </a:pPr>
            <a:r>
              <a:rPr lang="en-US" dirty="0">
                <a:hlinkClick r:id="rId3"/>
              </a:rPr>
              <a:t>https://www.sciencemuseum.org.uk/objects-and-stories/florence-nightingale-pioneer-statistician</a:t>
            </a:r>
            <a:endParaRPr lang="en-US" dirty="0"/>
          </a:p>
          <a:p>
            <a:pPr>
              <a:defRPr/>
            </a:pPr>
            <a:r>
              <a:rPr lang="en-US" altLang="en-US" dirty="0"/>
              <a:t>2020: 200</a:t>
            </a:r>
            <a:r>
              <a:rPr lang="en-US" altLang="en-US" baseline="30000" dirty="0"/>
              <a:t>th</a:t>
            </a:r>
            <a:r>
              <a:rPr lang="en-US" altLang="en-US" dirty="0"/>
              <a:t> birthday!</a:t>
            </a:r>
          </a:p>
          <a:p>
            <a:pPr>
              <a:defRPr/>
            </a:pPr>
            <a:r>
              <a:rPr lang="en-US" altLang="en-US" dirty="0"/>
              <a:t>Remind students of Florence Nightingale’s story and John Snow from the beginning of the course.</a:t>
            </a:r>
          </a:p>
          <a:p>
            <a:pPr>
              <a:defRPr/>
            </a:pPr>
            <a:r>
              <a:rPr lang="en-US" altLang="en-US" dirty="0"/>
              <a:t>Discuss her work.  What important questions did she ask?  How did asking those questions help solve a problem?</a:t>
            </a:r>
          </a:p>
          <a:p>
            <a:pPr>
              <a:defRPr/>
            </a:pPr>
            <a:r>
              <a:rPr lang="en-US" altLang="en-US" dirty="0"/>
              <a:t>She investigated her great questions and created compelling stories that helped policy makers make better choices.</a:t>
            </a:r>
          </a:p>
        </p:txBody>
      </p:sp>
      <p:sp>
        <p:nvSpPr>
          <p:cNvPr id="22532" name="Slide Number Placeholder 3">
            <a:extLst>
              <a:ext uri="{FF2B5EF4-FFF2-40B4-BE49-F238E27FC236}">
                <a16:creationId xmlns:a16="http://schemas.microsoft.com/office/drawing/2014/main" id="{7762A39D-77D9-4B88-8FA7-8E875E68EA8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DC1266B-C9C5-42F8-A5B5-37EF7B933143}" type="slidenum">
              <a:rPr lang="en-US" altLang="en-US" smtClean="0"/>
              <a:pPr>
                <a:spcBef>
                  <a:spcPct val="0"/>
                </a:spcBef>
              </a:pPr>
              <a:t>3</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7890"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Table of Contents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5694836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Refer to students’ reading.  </a:t>
            </a:r>
          </a:p>
          <a:p>
            <a:pPr>
              <a:spcBef>
                <a:spcPct val="0"/>
              </a:spcBef>
            </a:pPr>
            <a:r>
              <a:rPr lang="en-US">
                <a:latin typeface="BentonSans Book" charset="0"/>
              </a:rPr>
              <a:t>Have them discuss how this visualization can be improved when we consider the steps in the storytelling process.</a:t>
            </a:r>
          </a:p>
          <a:p>
            <a:pPr>
              <a:spcBef>
                <a:spcPct val="0"/>
              </a:spcBef>
            </a:pPr>
            <a:r>
              <a:rPr lang="en-US">
                <a:latin typeface="BentonSans Book" charset="0"/>
              </a:rPr>
              <a:t>Context: Who? What? How?  Why?</a:t>
            </a:r>
          </a:p>
          <a:p>
            <a:pPr>
              <a:spcBef>
                <a:spcPct val="0"/>
              </a:spcBef>
            </a:pPr>
            <a:endParaRPr lang="en-US">
              <a:latin typeface="BentonSans Book" charset="0"/>
            </a:endParaRPr>
          </a:p>
        </p:txBody>
      </p:sp>
    </p:spTree>
    <p:extLst>
      <p:ext uri="{BB962C8B-B14F-4D97-AF65-F5344CB8AC3E}">
        <p14:creationId xmlns:p14="http://schemas.microsoft.com/office/powerpoint/2010/main" val="3047882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Time Series so line would be more appropriate</a:t>
            </a:r>
          </a:p>
        </p:txBody>
      </p:sp>
    </p:spTree>
    <p:extLst>
      <p:ext uri="{BB962C8B-B14F-4D97-AF65-F5344CB8AC3E}">
        <p14:creationId xmlns:p14="http://schemas.microsoft.com/office/powerpoint/2010/main" val="3513915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Time Series so line would be more appropriate</a:t>
            </a:r>
          </a:p>
          <a:p>
            <a:pPr>
              <a:spcBef>
                <a:spcPct val="0"/>
              </a:spcBef>
            </a:pPr>
            <a:r>
              <a:rPr lang="en-US">
                <a:latin typeface="BentonSans Book" charset="0"/>
              </a:rPr>
              <a:t>Make each product type have a line over time.</a:t>
            </a:r>
          </a:p>
        </p:txBody>
      </p:sp>
    </p:spTree>
    <p:extLst>
      <p:ext uri="{BB962C8B-B14F-4D97-AF65-F5344CB8AC3E}">
        <p14:creationId xmlns:p14="http://schemas.microsoft.com/office/powerpoint/2010/main" val="2933675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Eliminate Clutter</a:t>
            </a:r>
          </a:p>
        </p:txBody>
      </p:sp>
    </p:spTree>
    <p:extLst>
      <p:ext uri="{BB962C8B-B14F-4D97-AF65-F5344CB8AC3E}">
        <p14:creationId xmlns:p14="http://schemas.microsoft.com/office/powerpoint/2010/main" val="2972557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Draw attention</a:t>
            </a:r>
          </a:p>
        </p:txBody>
      </p:sp>
    </p:spTree>
    <p:extLst>
      <p:ext uri="{BB962C8B-B14F-4D97-AF65-F5344CB8AC3E}">
        <p14:creationId xmlns:p14="http://schemas.microsoft.com/office/powerpoint/2010/main" val="869378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Note changes in alignment and text</a:t>
            </a:r>
          </a:p>
        </p:txBody>
      </p:sp>
    </p:spTree>
    <p:extLst>
      <p:ext uri="{BB962C8B-B14F-4D97-AF65-F5344CB8AC3E}">
        <p14:creationId xmlns:p14="http://schemas.microsoft.com/office/powerpoint/2010/main" val="3200748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r>
              <a:rPr lang="en-US" sz="1800" b="0" i="0" u="none" strike="noStrike" kern="1200" baseline="0">
                <a:solidFill>
                  <a:schemeClr val="tx1"/>
                </a:solidFill>
                <a:latin typeface="BentonSans Book"/>
                <a:ea typeface="ＭＳ Ｐゴシック" charset="0"/>
                <a:cs typeface="ＭＳ Ｐゴシック" charset="0"/>
              </a:rPr>
              <a:t>Review Cole’s story section: “Let’s consider this progression. We started off by telling our audience</a:t>
            </a:r>
          </a:p>
          <a:p>
            <a:r>
              <a:rPr lang="en-US" sz="1800" b="0" i="0" u="none" strike="noStrike" kern="1200" baseline="0">
                <a:solidFill>
                  <a:schemeClr val="tx1"/>
                </a:solidFill>
                <a:latin typeface="BentonSans Book"/>
                <a:ea typeface="ＭＳ Ｐゴシック" charset="0"/>
                <a:cs typeface="ＭＳ Ｐゴシック" charset="0"/>
              </a:rPr>
              <a:t>the structure we would follow. I can imagine the voiceover in</a:t>
            </a:r>
          </a:p>
          <a:p>
            <a:r>
              <a:rPr lang="en-US" sz="1800" b="0" i="0" u="none" strike="noStrike" kern="1200" baseline="0">
                <a:solidFill>
                  <a:schemeClr val="tx1"/>
                </a:solidFill>
                <a:latin typeface="BentonSans Book"/>
                <a:ea typeface="ＭＳ Ｐゴシック" charset="0"/>
                <a:cs typeface="ＭＳ Ｐゴシック" charset="0"/>
              </a:rPr>
              <a:t>the live presentation could further set the plot before moving to the</a:t>
            </a:r>
          </a:p>
          <a:p>
            <a:r>
              <a:rPr lang="en-US" sz="1800" b="0" i="0" u="none" strike="noStrike" kern="1200" baseline="0">
                <a:solidFill>
                  <a:schemeClr val="tx1"/>
                </a:solidFill>
                <a:latin typeface="BentonSans Book"/>
                <a:ea typeface="ＭＳ Ｐゴシック" charset="0"/>
                <a:cs typeface="ＭＳ Ｐゴシック" charset="0"/>
              </a:rPr>
              <a:t>next slide: “As you all know, there are five products that will be our</a:t>
            </a:r>
          </a:p>
          <a:p>
            <a:r>
              <a:rPr lang="en-US" sz="1800" b="0" i="0" u="none" strike="noStrike" kern="1200" baseline="0">
                <a:solidFill>
                  <a:schemeClr val="tx1"/>
                </a:solidFill>
                <a:latin typeface="BentonSans Book"/>
                <a:ea typeface="ＭＳ Ｐゴシック" charset="0"/>
                <a:cs typeface="ＭＳ Ｐゴシック" charset="0"/>
              </a:rPr>
              <a:t>key competition in the marketplace,” then building the chronological</a:t>
            </a:r>
          </a:p>
          <a:p>
            <a:r>
              <a:rPr lang="en-US" sz="1800" b="0" i="0" u="none" strike="noStrike" kern="1200" baseline="0">
                <a:solidFill>
                  <a:schemeClr val="tx1"/>
                </a:solidFill>
                <a:latin typeface="BentonSans Book"/>
                <a:ea typeface="ＭＳ Ｐゴシック" charset="0"/>
                <a:cs typeface="ＭＳ Ｐゴシック" charset="0"/>
              </a:rPr>
              <a:t>price path that those products followed. We can introduce tension</a:t>
            </a:r>
          </a:p>
          <a:p>
            <a:r>
              <a:rPr lang="en-US" sz="1800" b="0" i="0" u="none" strike="noStrike" kern="1200" baseline="0">
                <a:solidFill>
                  <a:schemeClr val="tx1"/>
                </a:solidFill>
                <a:latin typeface="BentonSans Book"/>
                <a:ea typeface="ＭＳ Ｐゴシック" charset="0"/>
                <a:cs typeface="ＭＳ Ｐゴシック" charset="0"/>
              </a:rPr>
              <a:t>in the competitive landscape when Products C, D, and E significantly</a:t>
            </a:r>
          </a:p>
          <a:p>
            <a:r>
              <a:rPr lang="en-US" sz="1800" b="0" i="0" u="none" strike="noStrike" kern="1200" baseline="0">
                <a:solidFill>
                  <a:schemeClr val="tx1"/>
                </a:solidFill>
                <a:latin typeface="BentonSans Book"/>
                <a:ea typeface="ＭＳ Ｐゴシック" charset="0"/>
                <a:cs typeface="ＭＳ Ｐゴシック" charset="0"/>
              </a:rPr>
              <a:t>undercut existing price points at their respective launches. We can</a:t>
            </a:r>
          </a:p>
          <a:p>
            <a:r>
              <a:rPr lang="en-US" sz="1800" b="0" i="0" u="none" strike="noStrike" kern="1200" baseline="0">
                <a:solidFill>
                  <a:schemeClr val="tx1"/>
                </a:solidFill>
                <a:latin typeface="BentonSans Book"/>
                <a:ea typeface="ＭＳ Ｐゴシック" charset="0"/>
                <a:cs typeface="ＭＳ Ｐゴシック" charset="0"/>
              </a:rPr>
              <a:t>then restore a sense of balance as the prices converge. We end with</a:t>
            </a:r>
          </a:p>
          <a:p>
            <a:r>
              <a:rPr lang="en-US" sz="1800" b="0" i="0" u="none" strike="noStrike" kern="1200" baseline="0">
                <a:solidFill>
                  <a:schemeClr val="tx1"/>
                </a:solidFill>
                <a:latin typeface="BentonSans Book"/>
                <a:ea typeface="ＭＳ Ｐゴシック" charset="0"/>
                <a:cs typeface="ＭＳ Ｐゴシック" charset="0"/>
              </a:rPr>
              <a:t>a clear call to action: the recommendation for pricing our product.</a:t>
            </a:r>
          </a:p>
          <a:p>
            <a:r>
              <a:rPr lang="en-US" sz="1800" b="0" i="0" u="none" strike="noStrike" kern="1200" baseline="0">
                <a:solidFill>
                  <a:schemeClr val="tx1"/>
                </a:solidFill>
                <a:latin typeface="BentonSans Book"/>
                <a:ea typeface="ＭＳ Ｐゴシック" charset="0"/>
                <a:cs typeface="ＭＳ Ｐゴシック" charset="0"/>
              </a:rPr>
              <a:t>By drawing our audience’s attention to the specific part of the story</a:t>
            </a:r>
          </a:p>
          <a:p>
            <a:r>
              <a:rPr lang="en-US" sz="1800" b="0" i="0" u="none" strike="noStrike" kern="1200" baseline="0">
                <a:solidFill>
                  <a:schemeClr val="tx1"/>
                </a:solidFill>
                <a:latin typeface="BentonSans Book"/>
                <a:ea typeface="ＭＳ Ｐゴシック" charset="0"/>
                <a:cs typeface="ＭＳ Ｐゴシック" charset="0"/>
              </a:rPr>
              <a:t>we want to focus on—either by only showing the relevant points or</a:t>
            </a:r>
          </a:p>
          <a:p>
            <a:r>
              <a:rPr lang="en-US" sz="1800" b="0" i="0" u="none" strike="noStrike" kern="1200" baseline="0">
                <a:solidFill>
                  <a:schemeClr val="tx1"/>
                </a:solidFill>
                <a:latin typeface="BentonSans Book"/>
                <a:ea typeface="ＭＳ Ｐゴシック" charset="0"/>
                <a:cs typeface="ＭＳ Ｐゴシック" charset="0"/>
              </a:rPr>
              <a:t>by pushing other things to the background and emphasizing only the</a:t>
            </a:r>
          </a:p>
          <a:p>
            <a:r>
              <a:rPr lang="en-US" sz="1800" b="0" i="0" u="none" strike="noStrike" kern="1200" baseline="0">
                <a:solidFill>
                  <a:schemeClr val="tx1"/>
                </a:solidFill>
                <a:latin typeface="BentonSans Book"/>
                <a:ea typeface="ＭＳ Ｐゴシック" charset="0"/>
                <a:cs typeface="ＭＳ Ｐゴシック" charset="0"/>
              </a:rPr>
              <a:t>relevant pieces and pairing this with a thoughtful narrative—we’ve</a:t>
            </a:r>
          </a:p>
          <a:p>
            <a:r>
              <a:rPr lang="en-US" sz="1800" b="0" i="0" u="none" strike="noStrike" kern="1200" baseline="0">
                <a:solidFill>
                  <a:schemeClr val="tx1"/>
                </a:solidFill>
                <a:latin typeface="BentonSans Book"/>
                <a:ea typeface="ＭＳ Ｐゴシック" charset="0"/>
                <a:cs typeface="ＭＳ Ｐゴシック" charset="0"/>
              </a:rPr>
              <a:t>led our audience through the story.”</a:t>
            </a:r>
          </a:p>
          <a:p>
            <a:r>
              <a:rPr lang="en-US" sz="1800" b="0" i="0" u="none" strike="noStrike" kern="1200" baseline="0">
                <a:solidFill>
                  <a:schemeClr val="tx1"/>
                </a:solidFill>
                <a:latin typeface="BentonSans Book"/>
                <a:ea typeface="ＭＳ Ｐゴシック" charset="0"/>
                <a:cs typeface="ＭＳ Ｐゴシック" charset="0"/>
              </a:rPr>
              <a:t>From page 203:  ”To be competitive, we recommend introducing our product </a:t>
            </a:r>
            <a:r>
              <a:rPr lang="en-US" sz="1800" b="0" i="1" u="none" strike="noStrike" kern="1200" baseline="0">
                <a:solidFill>
                  <a:schemeClr val="tx1"/>
                </a:solidFill>
                <a:latin typeface="BentonSans Book"/>
                <a:ea typeface="ＭＳ Ｐゴシック" charset="0"/>
                <a:cs typeface="ＭＳ Ｐゴシック" charset="0"/>
              </a:rPr>
              <a:t>below</a:t>
            </a:r>
          </a:p>
          <a:p>
            <a:r>
              <a:rPr lang="en-US" sz="1800" b="0" i="1" u="none" strike="noStrike" kern="1200" baseline="0">
                <a:solidFill>
                  <a:schemeClr val="tx1"/>
                </a:solidFill>
                <a:latin typeface="BentonSans Book"/>
                <a:ea typeface="ＭＳ Ｐゴシック" charset="0"/>
                <a:cs typeface="ＭＳ Ｐゴシック" charset="0"/>
              </a:rPr>
              <a:t>the $223 average </a:t>
            </a:r>
            <a:r>
              <a:rPr lang="en-US" sz="1800" b="0" i="0" u="none" strike="noStrike" kern="1200" baseline="0">
                <a:solidFill>
                  <a:schemeClr val="tx1"/>
                </a:solidFill>
                <a:latin typeface="BentonSans Book"/>
                <a:ea typeface="ＭＳ Ｐゴシック" charset="0"/>
                <a:cs typeface="ＭＳ Ｐゴシック" charset="0"/>
              </a:rPr>
              <a:t>price point in the </a:t>
            </a:r>
            <a:r>
              <a:rPr lang="en-US" sz="1800" b="1" i="0" u="none" strike="noStrike" kern="1200" baseline="0">
                <a:solidFill>
                  <a:schemeClr val="tx1"/>
                </a:solidFill>
                <a:latin typeface="BentonSans Book"/>
                <a:ea typeface="ＭＳ Ｐゴシック" charset="0"/>
                <a:cs typeface="ＭＳ Ｐゴシック" charset="0"/>
              </a:rPr>
              <a:t>$150−$200 range”</a:t>
            </a:r>
            <a:endParaRPr lang="en-US">
              <a:latin typeface="BentonSans Book" charset="0"/>
            </a:endParaRPr>
          </a:p>
        </p:txBody>
      </p:sp>
    </p:spTree>
    <p:extLst>
      <p:ext uri="{BB962C8B-B14F-4D97-AF65-F5344CB8AC3E}">
        <p14:creationId xmlns:p14="http://schemas.microsoft.com/office/powerpoint/2010/main" val="42741314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look at the elements</a:t>
            </a:r>
            <a:r>
              <a:rPr lang="en-US" baseline="0"/>
              <a:t> of storytelling.</a:t>
            </a:r>
            <a:endParaRPr lang="en-US"/>
          </a:p>
        </p:txBody>
      </p:sp>
    </p:spTree>
    <p:extLst>
      <p:ext uri="{BB962C8B-B14F-4D97-AF65-F5344CB8AC3E}">
        <p14:creationId xmlns:p14="http://schemas.microsoft.com/office/powerpoint/2010/main" val="4694222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r>
              <a:rPr lang="en-US" b="1" dirty="0">
                <a:latin typeface="BentonSans Book" charset="0"/>
              </a:rPr>
              <a:t>Tableau definition: </a:t>
            </a:r>
            <a:r>
              <a:rPr lang="en-US" b="0" i="0" kern="1200" dirty="0">
                <a:solidFill>
                  <a:schemeClr val="tx1"/>
                </a:solidFill>
                <a:effectLst/>
                <a:latin typeface="BentonSans Book"/>
                <a:ea typeface="ＭＳ Ｐゴシック" charset="0"/>
                <a:cs typeface="ＭＳ Ｐゴシック" charset="0"/>
              </a:rPr>
              <a:t>A dashboard is a collection of several views, letting you compare a variety of data simultaneously. For example, if you have a set of views that you review every day, you can create a dashboard that displays all the views at once, rather than navigate to separate worksheets.</a:t>
            </a:r>
          </a:p>
          <a:p>
            <a:r>
              <a:rPr lang="en-US" dirty="0">
                <a:hlinkClick r:id="rId3"/>
              </a:rPr>
              <a:t>https://help.tableau.com/current/pro/desktop/en-us/dashboards.htm</a:t>
            </a:r>
            <a:endParaRPr lang="en-US" dirty="0"/>
          </a:p>
          <a:p>
            <a:endParaRPr lang="en-US" dirty="0"/>
          </a:p>
          <a:p>
            <a:r>
              <a:rPr lang="en-US" dirty="0"/>
              <a:t>Notice how Andy’s dashboard tells a story.  </a:t>
            </a:r>
            <a:endParaRPr lang="en-US" dirty="0">
              <a:latin typeface="BentonSans Book" charset="0"/>
            </a:endParaRPr>
          </a:p>
          <a:p>
            <a:r>
              <a:rPr lang="en-US" dirty="0">
                <a:latin typeface="BentonSans Book" charset="0"/>
              </a:rPr>
              <a:t>From Makeover Monday.  Can mention to students the opportunity to participate</a:t>
            </a:r>
          </a:p>
          <a:p>
            <a:r>
              <a:rPr lang="en-US" dirty="0">
                <a:hlinkClick r:id="rId4"/>
              </a:rPr>
              <a:t>https://www.makeovermonday.co.uk/</a:t>
            </a:r>
            <a:r>
              <a:rPr lang="en-US" dirty="0"/>
              <a:t>.  The original to this dashboard can be found here: </a:t>
            </a:r>
            <a:r>
              <a:rPr lang="en-US" dirty="0">
                <a:hlinkClick r:id="rId5"/>
              </a:rPr>
              <a:t>https://bridgestoprosperity.org/global-work/rwanda/</a:t>
            </a:r>
            <a:endParaRPr lang="en-US" dirty="0"/>
          </a:p>
          <a:p>
            <a:r>
              <a:rPr lang="en-US" dirty="0">
                <a:latin typeface="BentonSans Book" charset="0"/>
              </a:rPr>
              <a:t>Andy’s makeover: </a:t>
            </a:r>
            <a:r>
              <a:rPr lang="en-US" dirty="0">
                <a:hlinkClick r:id="rId6"/>
              </a:rPr>
              <a:t>https://public.tableau.com/de-de/profile/andy.kriebel#!/vizhome/MakeoverMondayWeek4-BridgestoProsperity/MM2020W4</a:t>
            </a:r>
            <a:r>
              <a:rPr lang="en-US" dirty="0"/>
              <a:t> </a:t>
            </a:r>
            <a:endParaRPr lang="en-US" dirty="0">
              <a:latin typeface="BentonSans Book" charset="0"/>
            </a:endParaRPr>
          </a:p>
        </p:txBody>
      </p:sp>
    </p:spTree>
    <p:extLst>
      <p:ext uri="{BB962C8B-B14F-4D97-AF65-F5344CB8AC3E}">
        <p14:creationId xmlns:p14="http://schemas.microsoft.com/office/powerpoint/2010/main" val="1742086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r>
              <a:rPr lang="en-US">
                <a:hlinkClick r:id="rId3"/>
              </a:rPr>
              <a:t>https://public.tableau.com/profile/andy.kriebel#!/vizhome/MakeoverMondayWeek4-BridgestoProsperity/MM2020W4</a:t>
            </a:r>
            <a:endParaRPr lang="en-US"/>
          </a:p>
          <a:p>
            <a:r>
              <a:rPr lang="en-US">
                <a:latin typeface="BentonSans Book" charset="0"/>
              </a:rPr>
              <a:t>Have students interact with the Dashboard.</a:t>
            </a:r>
          </a:p>
          <a:p>
            <a:r>
              <a:rPr lang="en-US">
                <a:latin typeface="BentonSans Book" charset="0"/>
              </a:rPr>
              <a:t>What questions can you ask and answer?</a:t>
            </a:r>
          </a:p>
        </p:txBody>
      </p:sp>
    </p:spTree>
    <p:extLst>
      <p:ext uri="{BB962C8B-B14F-4D97-AF65-F5344CB8AC3E}">
        <p14:creationId xmlns:p14="http://schemas.microsoft.com/office/powerpoint/2010/main" val="28790437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look at the elements</a:t>
            </a:r>
            <a:r>
              <a:rPr lang="en-US" baseline="0"/>
              <a:t> of storytelling.</a:t>
            </a:r>
            <a:endParaRPr lang="en-US"/>
          </a:p>
        </p:txBody>
      </p:sp>
    </p:spTree>
    <p:extLst>
      <p:ext uri="{BB962C8B-B14F-4D97-AF65-F5344CB8AC3E}">
        <p14:creationId xmlns:p14="http://schemas.microsoft.com/office/powerpoint/2010/main" val="27342969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Example from</a:t>
            </a:r>
            <a:r>
              <a:rPr lang="en-US" baseline="0"/>
              <a:t> The Wall Street Journal.</a:t>
            </a:r>
            <a:endParaRPr lang="en-US"/>
          </a:p>
        </p:txBody>
      </p:sp>
      <p:sp>
        <p:nvSpPr>
          <p:cNvPr id="4" name="Slide Number Placeholder 3"/>
          <p:cNvSpPr>
            <a:spLocks noGrp="1"/>
          </p:cNvSpPr>
          <p:nvPr>
            <p:ph type="sldNum" sz="quarter" idx="10"/>
          </p:nvPr>
        </p:nvSpPr>
        <p:spPr/>
        <p:txBody>
          <a:bodyPr/>
          <a:lstStyle/>
          <a:p>
            <a:fld id="{DCF2BB95-21D1-4429-94D8-3E79D5721B69}" type="slidenum">
              <a:rPr lang="en-US" smtClean="0"/>
              <a:t>17</a:t>
            </a:fld>
            <a:endParaRPr lang="en-US"/>
          </a:p>
        </p:txBody>
      </p:sp>
    </p:spTree>
    <p:extLst>
      <p:ext uri="{BB962C8B-B14F-4D97-AF65-F5344CB8AC3E}">
        <p14:creationId xmlns:p14="http://schemas.microsoft.com/office/powerpoint/2010/main" val="9062235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a redesign done by Angie Chen, a student at the University of Cincinnati. Angie has</a:t>
            </a:r>
            <a:r>
              <a:rPr lang="en-US" baseline="0"/>
              <a:t> color coded the three carriers, keeping color consistent throughout all of the charts. The chart on the top left shows the pricing trend of the plans as the data allowance goes up. We can see that AT&amp;T and Verizon have a similar trend, but Sprint has a clear distinction. When calculating the average price per gigabyte, Sprint also comes in the lowest. In the bottom left corner, the dots show the price of each plan at the various levels of gigabytes. This makes it easy for a bargain hunter to pick the lowest dot at whatever data plan level they would like to see. At 30 gigabytes, a user might choose AT&amp;T, but at most other levels they would be best with Sprint. The bottom right hand chart calculates the plans based on average consumption for users.</a:t>
            </a:r>
          </a:p>
          <a:p>
            <a:endParaRPr lang="en-US" baseline="0"/>
          </a:p>
          <a:p>
            <a:r>
              <a:rPr lang="en-US" baseline="0"/>
              <a:t>Notice the dashboard title, the chart titles and subtitles throughout. Angie could take this a step further and give you the punchline.</a:t>
            </a:r>
            <a:endParaRPr lang="en-US"/>
          </a:p>
        </p:txBody>
      </p:sp>
      <p:sp>
        <p:nvSpPr>
          <p:cNvPr id="4" name="Slide Number Placeholder 3"/>
          <p:cNvSpPr>
            <a:spLocks noGrp="1"/>
          </p:cNvSpPr>
          <p:nvPr>
            <p:ph type="sldNum" sz="quarter" idx="10"/>
          </p:nvPr>
        </p:nvSpPr>
        <p:spPr/>
        <p:txBody>
          <a:bodyPr/>
          <a:lstStyle/>
          <a:p>
            <a:fld id="{DCF2BB95-21D1-4429-94D8-3E79D5721B69}" type="slidenum">
              <a:rPr lang="en-US" smtClean="0"/>
              <a:t>18</a:t>
            </a:fld>
            <a:endParaRPr lang="en-US"/>
          </a:p>
        </p:txBody>
      </p:sp>
    </p:spTree>
    <p:extLst>
      <p:ext uri="{BB962C8B-B14F-4D97-AF65-F5344CB8AC3E}">
        <p14:creationId xmlns:p14="http://schemas.microsoft.com/office/powerpoint/2010/main" val="3519557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version, she sets up the question</a:t>
            </a:r>
            <a:r>
              <a:rPr lang="en-US" baseline="0"/>
              <a:t> and </a:t>
            </a:r>
            <a:r>
              <a:rPr lang="en-US"/>
              <a:t>then answers it. And by</a:t>
            </a:r>
            <a:r>
              <a:rPr lang="en-US" baseline="0"/>
              <a:t> highlighting the carrier, it’s easy to see where Sprint lines up versus the other carriers and why it’s the best choice for the cheapest plan.</a:t>
            </a:r>
            <a:endParaRPr lang="en-US"/>
          </a:p>
        </p:txBody>
      </p:sp>
      <p:sp>
        <p:nvSpPr>
          <p:cNvPr id="4" name="Slide Number Placeholder 3"/>
          <p:cNvSpPr>
            <a:spLocks noGrp="1"/>
          </p:cNvSpPr>
          <p:nvPr>
            <p:ph type="sldNum" sz="quarter" idx="10"/>
          </p:nvPr>
        </p:nvSpPr>
        <p:spPr/>
        <p:txBody>
          <a:bodyPr/>
          <a:lstStyle/>
          <a:p>
            <a:fld id="{DCF2BB95-21D1-4429-94D8-3E79D5721B69}" type="slidenum">
              <a:rPr lang="en-US" smtClean="0"/>
              <a:t>19</a:t>
            </a:fld>
            <a:endParaRPr lang="en-US"/>
          </a:p>
        </p:txBody>
      </p:sp>
    </p:spTree>
    <p:extLst>
      <p:ext uri="{BB962C8B-B14F-4D97-AF65-F5344CB8AC3E}">
        <p14:creationId xmlns:p14="http://schemas.microsoft.com/office/powerpoint/2010/main" val="3158856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Section Header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1304925" rtl="0" eaLnBrk="1" fontAlgn="base" latinLnBrk="0" hangingPunct="1">
              <a:lnSpc>
                <a:spcPct val="100000"/>
              </a:lnSpc>
              <a:spcBef>
                <a:spcPct val="30000"/>
              </a:spcBef>
              <a:spcAft>
                <a:spcPct val="0"/>
              </a:spcAft>
              <a:buClrTx/>
              <a:buSzTx/>
              <a:buFontTx/>
              <a:buNone/>
              <a:tabLst/>
              <a:defRPr/>
            </a:pPr>
            <a:r>
              <a:rPr lang="en-US" sz="1800" dirty="0">
                <a:hlinkClick r:id="rId3"/>
              </a:rPr>
              <a:t>https://howmuch.net/articles/wind-power-in-the-united-states-2018</a:t>
            </a:r>
            <a:endParaRPr lang="en-US" sz="1800" dirty="0"/>
          </a:p>
          <a:p>
            <a:endParaRPr lang="en-US" dirty="0">
              <a:latin typeface="BentonSans Book" charset="0"/>
            </a:endParaRPr>
          </a:p>
          <a:p>
            <a:r>
              <a:rPr lang="en-US" sz="1800" kern="1200" dirty="0">
                <a:solidFill>
                  <a:schemeClr val="tx1"/>
                </a:solidFill>
                <a:latin typeface="BentonSans Book"/>
                <a:ea typeface="ＭＳ Ｐゴシック" charset="0"/>
                <a:cs typeface="ＭＳ Ｐゴシック" charset="0"/>
              </a:rPr>
              <a:t>Remind students of the good chart/bad chart activity they completed in Module 9.   We now layer concepts of design and story to redesign. </a:t>
            </a:r>
            <a:endParaRPr lang="en-US" dirty="0">
              <a:latin typeface="BentonSans Book" charset="0"/>
            </a:endParaRPr>
          </a:p>
        </p:txBody>
      </p:sp>
    </p:spTree>
    <p:extLst>
      <p:ext uri="{BB962C8B-B14F-4D97-AF65-F5344CB8AC3E}">
        <p14:creationId xmlns:p14="http://schemas.microsoft.com/office/powerpoint/2010/main" val="42880309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r>
              <a:rPr lang="en-US" dirty="0">
                <a:ea typeface="ＭＳ Ｐゴシック"/>
              </a:rPr>
              <a:t>Cole </a:t>
            </a:r>
            <a:r>
              <a:rPr lang="en-US" dirty="0" err="1">
                <a:ea typeface="ＭＳ Ｐゴシック"/>
              </a:rPr>
              <a:t>Knaflic</a:t>
            </a:r>
            <a:r>
              <a:rPr lang="en-US" dirty="0">
                <a:ea typeface="ＭＳ Ｐゴシック"/>
              </a:rPr>
              <a:t> shared in her video from Tableau Conference 2019 the importance of working with pen and paper.</a:t>
            </a:r>
          </a:p>
          <a:p>
            <a:r>
              <a:rPr lang="en-US" dirty="0">
                <a:ea typeface="ＭＳ Ｐゴシック"/>
              </a:rPr>
              <a:t>She also advised to brainstorm, edit, gain feedback, and iterate.</a:t>
            </a:r>
          </a:p>
          <a:p>
            <a:endParaRPr lang="en-US" dirty="0">
              <a:latin typeface="BentonSans Book" charset="0"/>
            </a:endParaRPr>
          </a:p>
          <a:p>
            <a:r>
              <a:rPr lang="en-US" dirty="0">
                <a:latin typeface="BentonSans Book" charset="0"/>
              </a:rPr>
              <a:t>Activity Instructions: </a:t>
            </a:r>
          </a:p>
          <a:p>
            <a:r>
              <a:rPr lang="en-US" sz="1800" kern="1200" dirty="0">
                <a:solidFill>
                  <a:schemeClr val="tx1"/>
                </a:solidFill>
                <a:effectLst/>
                <a:latin typeface="BentonSans Book"/>
                <a:ea typeface="ＭＳ Ｐゴシック"/>
              </a:rPr>
              <a:t>--On you own brainstorm ideas on how you would remake this visualization.</a:t>
            </a:r>
            <a:r>
              <a:rPr lang="en-US" dirty="0">
                <a:ea typeface="ＭＳ Ｐゴシック"/>
              </a:rPr>
              <a:t> </a:t>
            </a:r>
            <a:r>
              <a:rPr lang="en-US" sz="1800" kern="1200" dirty="0">
                <a:solidFill>
                  <a:schemeClr val="tx1"/>
                </a:solidFill>
                <a:effectLst/>
                <a:latin typeface="BentonSans Book"/>
                <a:ea typeface="ＭＳ Ｐゴシック"/>
              </a:rPr>
              <a:t> Work to apply the concepts we have covered in our course so far.</a:t>
            </a:r>
          </a:p>
          <a:p>
            <a:endParaRPr lang="en-US" sz="1800" kern="1200" dirty="0">
              <a:solidFill>
                <a:schemeClr val="tx1"/>
              </a:solidFill>
              <a:effectLst/>
              <a:latin typeface="BentonSans Book"/>
              <a:ea typeface="ＭＳ Ｐゴシック"/>
            </a:endParaRPr>
          </a:p>
          <a:p>
            <a:r>
              <a:rPr lang="en-US" sz="1800" kern="1200" dirty="0">
                <a:solidFill>
                  <a:schemeClr val="tx1"/>
                </a:solidFill>
                <a:effectLst/>
                <a:latin typeface="BentonSans Book"/>
                <a:ea typeface="ＭＳ Ｐゴシック"/>
              </a:rPr>
              <a:t>--In pairs or small groups, discuss your ideas and give feedback.</a:t>
            </a:r>
            <a:r>
              <a:rPr lang="en-US" dirty="0">
                <a:ea typeface="ＭＳ Ｐゴシック"/>
              </a:rPr>
              <a:t> </a:t>
            </a:r>
            <a:r>
              <a:rPr lang="en-US" sz="1800" kern="1200" dirty="0">
                <a:solidFill>
                  <a:schemeClr val="tx1"/>
                </a:solidFill>
                <a:effectLst/>
                <a:latin typeface="BentonSans Book"/>
                <a:ea typeface="ＭＳ Ｐゴシック"/>
              </a:rPr>
              <a:t> Did you choose the same ideas?</a:t>
            </a:r>
            <a:r>
              <a:rPr lang="en-US" dirty="0">
                <a:ea typeface="ＭＳ Ｐゴシック"/>
              </a:rPr>
              <a:t>  </a:t>
            </a:r>
            <a:endParaRPr lang="en-US" sz="1800" kern="1200" dirty="0">
              <a:solidFill>
                <a:schemeClr val="tx1"/>
              </a:solidFill>
              <a:effectLst/>
              <a:latin typeface="BentonSans Book"/>
              <a:ea typeface="ＭＳ Ｐゴシック" charset="0"/>
            </a:endParaRPr>
          </a:p>
          <a:p>
            <a:r>
              <a:rPr lang="en-US" sz="1800" kern="1200" dirty="0">
                <a:solidFill>
                  <a:schemeClr val="tx1"/>
                </a:solidFill>
                <a:effectLst/>
                <a:latin typeface="BentonSans Book"/>
                <a:ea typeface="ＭＳ Ｐゴシック"/>
              </a:rPr>
              <a:t> </a:t>
            </a:r>
          </a:p>
          <a:p>
            <a:pPr lvl="0"/>
            <a:r>
              <a:rPr lang="en-US" sz="1800" kern="1200" dirty="0">
                <a:solidFill>
                  <a:schemeClr val="tx1"/>
                </a:solidFill>
                <a:effectLst/>
                <a:latin typeface="BentonSans Book"/>
                <a:ea typeface="ＭＳ Ｐゴシック"/>
              </a:rPr>
              <a:t>--As a small team or in pairs, decide on a plan to remake the visualization.</a:t>
            </a:r>
          </a:p>
          <a:p>
            <a:r>
              <a:rPr lang="en-US" sz="1800" kern="1200" dirty="0">
                <a:solidFill>
                  <a:schemeClr val="tx1"/>
                </a:solidFill>
                <a:effectLst/>
                <a:latin typeface="BentonSans Book"/>
                <a:ea typeface="ＭＳ Ｐゴシック"/>
              </a:rPr>
              <a:t> </a:t>
            </a:r>
          </a:p>
          <a:p>
            <a:r>
              <a:rPr lang="en-US" sz="1800" kern="1200" dirty="0">
                <a:solidFill>
                  <a:schemeClr val="tx1"/>
                </a:solidFill>
                <a:effectLst/>
                <a:latin typeface="BentonSans Book"/>
                <a:ea typeface="ＭＳ Ｐゴシック"/>
              </a:rPr>
              <a:t>--Discuss as a class.</a:t>
            </a:r>
            <a:r>
              <a:rPr lang="en-US" dirty="0">
                <a:ea typeface="ＭＳ Ｐゴシック"/>
              </a:rPr>
              <a:t> </a:t>
            </a:r>
            <a:r>
              <a:rPr lang="en-US" sz="1800" kern="1200" dirty="0">
                <a:solidFill>
                  <a:schemeClr val="tx1"/>
                </a:solidFill>
                <a:effectLst/>
                <a:latin typeface="BentonSans Book"/>
                <a:ea typeface="ＭＳ Ｐゴシック"/>
              </a:rPr>
              <a:t> What changes should be made?</a:t>
            </a:r>
          </a:p>
          <a:p>
            <a:endParaRPr lang="en-US" sz="1800" kern="1200" dirty="0">
              <a:solidFill>
                <a:schemeClr val="tx1"/>
              </a:solidFill>
              <a:effectLst/>
              <a:latin typeface="BentonSans Book"/>
              <a:ea typeface="ＭＳ Ｐゴシック"/>
            </a:endParaRPr>
          </a:p>
          <a:p>
            <a:r>
              <a:rPr lang="en-US" sz="1800" i="1" kern="1200" dirty="0">
                <a:solidFill>
                  <a:schemeClr val="tx1"/>
                </a:solidFill>
                <a:effectLst/>
                <a:latin typeface="BentonSans Book"/>
                <a:ea typeface="ＭＳ Ｐゴシック"/>
              </a:rPr>
              <a:t>Adaptation for online learning</a:t>
            </a:r>
            <a:r>
              <a:rPr lang="en-US" sz="1800" kern="1200" dirty="0">
                <a:solidFill>
                  <a:schemeClr val="tx1"/>
                </a:solidFill>
                <a:effectLst/>
                <a:latin typeface="BentonSans Book"/>
                <a:ea typeface="ＭＳ Ｐゴシック"/>
              </a:rPr>
              <a:t>: </a:t>
            </a:r>
          </a:p>
          <a:p>
            <a:r>
              <a:rPr lang="en-US" sz="1800" i="1" kern="1200" dirty="0">
                <a:solidFill>
                  <a:schemeClr val="tx1"/>
                </a:solidFill>
                <a:effectLst/>
                <a:latin typeface="BentonSans Book"/>
                <a:ea typeface="ＭＳ Ｐゴシック"/>
              </a:rPr>
              <a:t>Suggestion A: Consider assigning paired or small group video meetings..</a:t>
            </a:r>
          </a:p>
          <a:p>
            <a:r>
              <a:rPr lang="en-US" sz="1800" i="1" kern="1200" dirty="0">
                <a:solidFill>
                  <a:schemeClr val="tx1"/>
                </a:solidFill>
                <a:effectLst/>
                <a:latin typeface="BentonSans Book"/>
                <a:ea typeface="ＭＳ Ｐゴシック"/>
              </a:rPr>
              <a:t>Suggestion B: This activity can be expanded into a peer review activity, assignment, or contest. Using your LMS, students can share with their peers and determine best ideas. </a:t>
            </a:r>
          </a:p>
          <a:p>
            <a:endParaRPr lang="en-US" dirty="0">
              <a:latin typeface="BentonSans Book" charset="0"/>
            </a:endParaRPr>
          </a:p>
          <a:p>
            <a:endParaRPr lang="en-US" dirty="0">
              <a:latin typeface="BentonSans Book" charset="0"/>
            </a:endParaRPr>
          </a:p>
        </p:txBody>
      </p:sp>
    </p:spTree>
    <p:extLst>
      <p:ext uri="{BB962C8B-B14F-4D97-AF65-F5344CB8AC3E}">
        <p14:creationId xmlns:p14="http://schemas.microsoft.com/office/powerpoint/2010/main" val="10070022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r>
              <a:rPr lang="en-US">
                <a:latin typeface="BentonSans Book" charset="0"/>
              </a:rPr>
              <a:t>Have students open Tableau file and interact.  What do the tool tips show?  Does the viz address the ideas that they had in the activity?</a:t>
            </a:r>
          </a:p>
          <a:p>
            <a:r>
              <a:rPr lang="en-US">
                <a:latin typeface="BentonSans Book" charset="0"/>
              </a:rPr>
              <a:t>Introduce the concept of hex map (to inspire for more advanced topics)</a:t>
            </a:r>
          </a:p>
        </p:txBody>
      </p:sp>
    </p:spTree>
    <p:extLst>
      <p:ext uri="{BB962C8B-B14F-4D97-AF65-F5344CB8AC3E}">
        <p14:creationId xmlns:p14="http://schemas.microsoft.com/office/powerpoint/2010/main" val="42419487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r>
              <a:rPr lang="en-US" dirty="0">
                <a:latin typeface="BentonSans Book" charset="0"/>
              </a:rPr>
              <a:t>Cole </a:t>
            </a:r>
            <a:r>
              <a:rPr lang="en-US" dirty="0" err="1">
                <a:latin typeface="BentonSans Book" charset="0"/>
              </a:rPr>
              <a:t>Knaflic</a:t>
            </a:r>
            <a:r>
              <a:rPr lang="en-US" dirty="0">
                <a:latin typeface="BentonSans Book" charset="0"/>
              </a:rPr>
              <a:t> shared in her video from TC19 the importance of working with pen and paper.</a:t>
            </a:r>
          </a:p>
          <a:p>
            <a:r>
              <a:rPr lang="en-US" dirty="0">
                <a:latin typeface="BentonSans Book" charset="0"/>
              </a:rPr>
              <a:t>She also advised to brainstorm, edit, gain feedback, and iterate.</a:t>
            </a:r>
          </a:p>
          <a:p>
            <a:endParaRPr lang="en-US" dirty="0">
              <a:latin typeface="BentonSans Book" charset="0"/>
            </a:endParaRPr>
          </a:p>
          <a:p>
            <a:pPr lvl="0"/>
            <a:r>
              <a:rPr lang="en-US" sz="1800" kern="1200" dirty="0">
                <a:solidFill>
                  <a:schemeClr val="tx1"/>
                </a:solidFill>
                <a:effectLst/>
                <a:latin typeface="BentonSans Book"/>
                <a:ea typeface="ＭＳ Ｐゴシック" charset="0"/>
                <a:cs typeface="ＭＳ Ｐゴシック" charset="0"/>
              </a:rPr>
              <a:t>On you own brainstorm ideas on how you would remake this visualization.  Work to apply the concepts we have covered in our course so far.</a:t>
            </a:r>
          </a:p>
          <a:p>
            <a:r>
              <a:rPr lang="en-US" sz="1800" kern="1200" dirty="0">
                <a:solidFill>
                  <a:schemeClr val="tx1"/>
                </a:solidFill>
                <a:effectLst/>
                <a:latin typeface="BentonSans Book"/>
                <a:ea typeface="ＭＳ Ｐゴシック" charset="0"/>
                <a:cs typeface="ＭＳ Ｐゴシック" charset="0"/>
              </a:rPr>
              <a:t> </a:t>
            </a:r>
          </a:p>
          <a:p>
            <a:pPr lvl="0"/>
            <a:r>
              <a:rPr lang="en-US" sz="1800" kern="1200" dirty="0">
                <a:solidFill>
                  <a:schemeClr val="tx1"/>
                </a:solidFill>
                <a:effectLst/>
                <a:latin typeface="BentonSans Book"/>
                <a:ea typeface="ＭＳ Ｐゴシック" charset="0"/>
                <a:cs typeface="ＭＳ Ｐゴシック" charset="0"/>
              </a:rPr>
              <a:t>In pairs or small groups, discuss your ideas and give feedback.  Did you choose the same ideas?  </a:t>
            </a:r>
          </a:p>
          <a:p>
            <a:r>
              <a:rPr lang="en-US" sz="1800" kern="1200" dirty="0">
                <a:solidFill>
                  <a:schemeClr val="tx1"/>
                </a:solidFill>
                <a:effectLst/>
                <a:latin typeface="BentonSans Book"/>
                <a:ea typeface="ＭＳ Ｐゴシック" charset="0"/>
                <a:cs typeface="ＭＳ Ｐゴシック" charset="0"/>
              </a:rPr>
              <a:t> </a:t>
            </a:r>
          </a:p>
          <a:p>
            <a:pPr lvl="0"/>
            <a:r>
              <a:rPr lang="en-US" sz="1800" kern="1200" dirty="0">
                <a:solidFill>
                  <a:schemeClr val="tx1"/>
                </a:solidFill>
                <a:effectLst/>
                <a:latin typeface="BentonSans Book"/>
                <a:ea typeface="ＭＳ Ｐゴシック" charset="0"/>
                <a:cs typeface="ＭＳ Ｐゴシック" charset="0"/>
              </a:rPr>
              <a:t>As a small team or in pairs, decide on a plan to remake the visualization.</a:t>
            </a:r>
          </a:p>
          <a:p>
            <a:r>
              <a:rPr lang="en-US" sz="1800" kern="1200" dirty="0">
                <a:solidFill>
                  <a:schemeClr val="tx1"/>
                </a:solidFill>
                <a:effectLst/>
                <a:latin typeface="BentonSans Book"/>
                <a:ea typeface="ＭＳ Ｐゴシック" charset="0"/>
                <a:cs typeface="ＭＳ Ｐゴシック" charset="0"/>
              </a:rPr>
              <a:t> </a:t>
            </a:r>
          </a:p>
          <a:p>
            <a:pPr lvl="0"/>
            <a:r>
              <a:rPr lang="en-US" sz="1800" kern="1200" dirty="0">
                <a:solidFill>
                  <a:schemeClr val="tx1"/>
                </a:solidFill>
                <a:effectLst/>
                <a:latin typeface="BentonSans Book"/>
                <a:ea typeface="ＭＳ Ｐゴシック" charset="0"/>
                <a:cs typeface="ＭＳ Ｐゴシック" charset="0"/>
              </a:rPr>
              <a:t>Discuss as a class.  What changes should be made?</a:t>
            </a:r>
          </a:p>
          <a:p>
            <a:endParaRPr lang="en-US" dirty="0">
              <a:latin typeface="BentonSans Book" charset="0"/>
            </a:endParaRPr>
          </a:p>
          <a:p>
            <a:endParaRPr lang="en-US" dirty="0">
              <a:latin typeface="BentonSans Book" charset="0"/>
            </a:endParaRPr>
          </a:p>
        </p:txBody>
      </p:sp>
    </p:spTree>
    <p:extLst>
      <p:ext uri="{BB962C8B-B14F-4D97-AF65-F5344CB8AC3E}">
        <p14:creationId xmlns:p14="http://schemas.microsoft.com/office/powerpoint/2010/main" val="36090430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1304925" rtl="0" eaLnBrk="1" fontAlgn="base" latinLnBrk="0" hangingPunct="1">
              <a:lnSpc>
                <a:spcPct val="100000"/>
              </a:lnSpc>
              <a:spcBef>
                <a:spcPct val="30000"/>
              </a:spcBef>
              <a:spcAft>
                <a:spcPct val="0"/>
              </a:spcAft>
              <a:buClrTx/>
              <a:buSzTx/>
              <a:buFontTx/>
              <a:buNone/>
              <a:tabLst/>
              <a:defRPr/>
            </a:pPr>
            <a:r>
              <a:rPr lang="en-US" dirty="0">
                <a:latin typeface="BentonSans Book" charset="0"/>
              </a:rPr>
              <a:t>Have students open Tableau Air Force Spending file and interact. </a:t>
            </a:r>
          </a:p>
          <a:p>
            <a:pPr marL="0" marR="0" lvl="0" indent="0" algn="l" defTabSz="1304925" rtl="0" eaLnBrk="1" fontAlgn="base" latinLnBrk="0" hangingPunct="1">
              <a:lnSpc>
                <a:spcPct val="100000"/>
              </a:lnSpc>
              <a:spcBef>
                <a:spcPct val="30000"/>
              </a:spcBef>
              <a:spcAft>
                <a:spcPct val="0"/>
              </a:spcAft>
              <a:buClrTx/>
              <a:buSzTx/>
              <a:buFontTx/>
              <a:buNone/>
              <a:tabLst/>
              <a:defRPr/>
            </a:pPr>
            <a:r>
              <a:rPr lang="en-US" dirty="0">
                <a:latin typeface="BentonSans Book" charset="0"/>
              </a:rPr>
              <a:t>Does the viz address the ideas that they had in the activity? </a:t>
            </a:r>
          </a:p>
          <a:p>
            <a:pPr marL="0" marR="0" lvl="0" indent="0" algn="l" defTabSz="1304925" rtl="0" eaLnBrk="1" fontAlgn="base" latinLnBrk="0" hangingPunct="1">
              <a:lnSpc>
                <a:spcPct val="100000"/>
              </a:lnSpc>
              <a:spcBef>
                <a:spcPct val="30000"/>
              </a:spcBef>
              <a:spcAft>
                <a:spcPct val="0"/>
              </a:spcAft>
              <a:buClrTx/>
              <a:buSzTx/>
              <a:buFontTx/>
              <a:buNone/>
              <a:tabLst/>
              <a:defRPr/>
            </a:pPr>
            <a:r>
              <a:rPr lang="en-US" dirty="0">
                <a:latin typeface="BentonSans Book" charset="0"/>
              </a:rPr>
              <a:t>What do the tool tips show?  Note the use of viz in the tooltip when you over state. </a:t>
            </a:r>
          </a:p>
          <a:p>
            <a:pPr marL="0" marR="0" lvl="0" indent="0" algn="l" defTabSz="1304925" rtl="0" eaLnBrk="1" fontAlgn="base" latinLnBrk="0" hangingPunct="1">
              <a:lnSpc>
                <a:spcPct val="100000"/>
              </a:lnSpc>
              <a:spcBef>
                <a:spcPct val="30000"/>
              </a:spcBef>
              <a:spcAft>
                <a:spcPct val="0"/>
              </a:spcAft>
              <a:buClrTx/>
              <a:buSzTx/>
              <a:buFontTx/>
              <a:buNone/>
              <a:tabLst/>
              <a:defRPr/>
            </a:pPr>
            <a:r>
              <a:rPr lang="en-US" dirty="0">
                <a:latin typeface="BentonSans Book" charset="0"/>
              </a:rPr>
              <a:t>Point out the number of sheets compared to the first one.  </a:t>
            </a:r>
          </a:p>
          <a:p>
            <a:pPr marL="0" marR="0" lvl="0" indent="0" algn="l" defTabSz="1304925" rtl="0" eaLnBrk="1" fontAlgn="base" latinLnBrk="0" hangingPunct="1">
              <a:lnSpc>
                <a:spcPct val="100000"/>
              </a:lnSpc>
              <a:spcBef>
                <a:spcPct val="30000"/>
              </a:spcBef>
              <a:spcAft>
                <a:spcPct val="0"/>
              </a:spcAft>
              <a:buClrTx/>
              <a:buSzTx/>
              <a:buFontTx/>
              <a:buNone/>
              <a:tabLst/>
              <a:defRPr/>
            </a:pPr>
            <a:endParaRPr lang="en-US" dirty="0">
              <a:latin typeface="BentonSans Book" charset="0"/>
            </a:endParaRPr>
          </a:p>
          <a:p>
            <a:pPr marL="0" marR="0" lvl="0" indent="0" algn="l" defTabSz="1304925" rtl="0" eaLnBrk="1" fontAlgn="base" latinLnBrk="0" hangingPunct="1">
              <a:lnSpc>
                <a:spcPct val="100000"/>
              </a:lnSpc>
              <a:spcBef>
                <a:spcPct val="30000"/>
              </a:spcBef>
              <a:spcAft>
                <a:spcPct val="0"/>
              </a:spcAft>
              <a:buClrTx/>
              <a:buSzTx/>
              <a:buFontTx/>
              <a:buNone/>
              <a:tabLst/>
              <a:defRPr/>
            </a:pPr>
            <a:r>
              <a:rPr lang="en-US" dirty="0">
                <a:latin typeface="BentonSans Book" charset="0"/>
              </a:rPr>
              <a:t>Cole’s contest winner on redesign: Blog posts:</a:t>
            </a:r>
          </a:p>
          <a:p>
            <a:pPr marL="0" marR="0" lvl="0" indent="0" algn="l" defTabSz="1304925" rtl="0" eaLnBrk="1" fontAlgn="base" latinLnBrk="0" hangingPunct="1">
              <a:lnSpc>
                <a:spcPct val="100000"/>
              </a:lnSpc>
              <a:spcBef>
                <a:spcPct val="30000"/>
              </a:spcBef>
              <a:spcAft>
                <a:spcPct val="0"/>
              </a:spcAft>
              <a:buClrTx/>
              <a:buSzTx/>
              <a:buFontTx/>
              <a:buNone/>
              <a:tabLst/>
              <a:defRPr/>
            </a:pPr>
            <a:r>
              <a:rPr lang="en-US" dirty="0">
                <a:hlinkClick r:id="rId3"/>
              </a:rPr>
              <a:t>https://www.linkedin.com/pulse/creating-defense-centric-tableau-demo-sue-grist/</a:t>
            </a:r>
            <a:endParaRPr lang="en-US" dirty="0">
              <a:hlinkClick r:id="rId4"/>
            </a:endParaRPr>
          </a:p>
          <a:p>
            <a:pPr marL="0" marR="0" lvl="0" indent="0" algn="l" defTabSz="1304925" rtl="0" eaLnBrk="1" fontAlgn="base" latinLnBrk="0" hangingPunct="1">
              <a:lnSpc>
                <a:spcPct val="100000"/>
              </a:lnSpc>
              <a:spcBef>
                <a:spcPct val="30000"/>
              </a:spcBef>
              <a:spcAft>
                <a:spcPct val="0"/>
              </a:spcAft>
              <a:buClrTx/>
              <a:buSzTx/>
              <a:buFontTx/>
              <a:buNone/>
              <a:tabLst/>
              <a:defRPr/>
            </a:pPr>
            <a:r>
              <a:rPr lang="en-US" dirty="0">
                <a:hlinkClick r:id="rId4"/>
              </a:rPr>
              <a:t>http://www.storytellingwithdata.com/blog/2018/7/24/swdchallenge-recap-your-choice-makeover</a:t>
            </a:r>
            <a:endParaRPr lang="en-US" dirty="0">
              <a:latin typeface="BentonSans Book" charset="0"/>
            </a:endParaRPr>
          </a:p>
          <a:p>
            <a:pPr marL="0" marR="0" lvl="0" indent="0" algn="l" defTabSz="1304925" rtl="0" eaLnBrk="1" fontAlgn="base" latinLnBrk="0" hangingPunct="1">
              <a:lnSpc>
                <a:spcPct val="100000"/>
              </a:lnSpc>
              <a:spcBef>
                <a:spcPct val="30000"/>
              </a:spcBef>
              <a:spcAft>
                <a:spcPct val="0"/>
              </a:spcAft>
              <a:buClrTx/>
              <a:buSzTx/>
              <a:buFontTx/>
              <a:buNone/>
              <a:tabLst/>
              <a:defRPr/>
            </a:pPr>
            <a:endParaRPr lang="en-US" dirty="0">
              <a:latin typeface="BentonSans Book" charset="0"/>
            </a:endParaRPr>
          </a:p>
          <a:p>
            <a:endParaRPr lang="en-US" dirty="0">
              <a:latin typeface="BentonSans Book" charset="0"/>
            </a:endParaRPr>
          </a:p>
        </p:txBody>
      </p:sp>
    </p:spTree>
    <p:extLst>
      <p:ext uri="{BB962C8B-B14F-4D97-AF65-F5344CB8AC3E}">
        <p14:creationId xmlns:p14="http://schemas.microsoft.com/office/powerpoint/2010/main" val="327648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1304925" rtl="0" eaLnBrk="1" fontAlgn="base" latinLnBrk="0" hangingPunct="1">
              <a:lnSpc>
                <a:spcPct val="100000"/>
              </a:lnSpc>
              <a:spcBef>
                <a:spcPct val="30000"/>
              </a:spcBef>
              <a:spcAft>
                <a:spcPct val="0"/>
              </a:spcAft>
              <a:buClrTx/>
              <a:buSzTx/>
              <a:buFontTx/>
              <a:buNone/>
              <a:tabLst/>
              <a:defRPr/>
            </a:pPr>
            <a:r>
              <a:rPr lang="en-US">
                <a:latin typeface="BentonSans Book" charset="0"/>
              </a:rPr>
              <a:t>Go to top venders sheet by clicking icon to right of sheet name.</a:t>
            </a:r>
          </a:p>
          <a:p>
            <a:pPr marL="0" marR="0" lvl="0" indent="0" algn="l" defTabSz="1304925" rtl="0" eaLnBrk="1" fontAlgn="base" latinLnBrk="0" hangingPunct="1">
              <a:lnSpc>
                <a:spcPct val="100000"/>
              </a:lnSpc>
              <a:spcBef>
                <a:spcPct val="30000"/>
              </a:spcBef>
              <a:spcAft>
                <a:spcPct val="0"/>
              </a:spcAft>
              <a:buClrTx/>
              <a:buSzTx/>
              <a:buFontTx/>
              <a:buNone/>
              <a:tabLst/>
              <a:defRPr/>
            </a:pPr>
            <a:endParaRPr lang="en-US">
              <a:latin typeface="BentonSans Book" charset="0"/>
            </a:endParaRPr>
          </a:p>
          <a:p>
            <a:pPr marL="0" marR="0" lvl="0" indent="0" algn="l" defTabSz="1304925" rtl="0" eaLnBrk="1" fontAlgn="base" latinLnBrk="0" hangingPunct="1">
              <a:lnSpc>
                <a:spcPct val="100000"/>
              </a:lnSpc>
              <a:spcBef>
                <a:spcPct val="30000"/>
              </a:spcBef>
              <a:spcAft>
                <a:spcPct val="0"/>
              </a:spcAft>
              <a:buClrTx/>
              <a:buSzTx/>
              <a:buFontTx/>
              <a:buNone/>
              <a:tabLst/>
              <a:defRPr/>
            </a:pPr>
            <a:r>
              <a:rPr lang="en-US">
                <a:latin typeface="BentonSans Book" charset="0"/>
              </a:rPr>
              <a:t>Point out the many filters that create the interactivity.  Inspire for more advanced study!</a:t>
            </a:r>
          </a:p>
          <a:p>
            <a:pPr marL="0" marR="0" lvl="0" indent="0" algn="l" defTabSz="1304925" rtl="0" eaLnBrk="1" fontAlgn="base" latinLnBrk="0" hangingPunct="1">
              <a:lnSpc>
                <a:spcPct val="100000"/>
              </a:lnSpc>
              <a:spcBef>
                <a:spcPct val="30000"/>
              </a:spcBef>
              <a:spcAft>
                <a:spcPct val="0"/>
              </a:spcAft>
              <a:buClrTx/>
              <a:buSzTx/>
              <a:buFontTx/>
              <a:buNone/>
              <a:tabLst/>
              <a:defRPr/>
            </a:pPr>
            <a:endParaRPr lang="en-US">
              <a:latin typeface="BentonSans Book" charset="0"/>
            </a:endParaRPr>
          </a:p>
          <a:p>
            <a:endParaRPr lang="en-US">
              <a:latin typeface="BentonSans Book" charset="0"/>
            </a:endParaRPr>
          </a:p>
        </p:txBody>
      </p:sp>
    </p:spTree>
    <p:extLst>
      <p:ext uri="{BB962C8B-B14F-4D97-AF65-F5344CB8AC3E}">
        <p14:creationId xmlns:p14="http://schemas.microsoft.com/office/powerpoint/2010/main" val="19853892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198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Tableau Logo</a:t>
            </a:r>
          </a:p>
        </p:txBody>
      </p:sp>
    </p:spTree>
    <p:extLst>
      <p:ext uri="{BB962C8B-B14F-4D97-AF65-F5344CB8AC3E}">
        <p14:creationId xmlns:p14="http://schemas.microsoft.com/office/powerpoint/2010/main" val="42591223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Slide">
    <p:spTree>
      <p:nvGrpSpPr>
        <p:cNvPr id="1" name=""/>
        <p:cNvGrpSpPr/>
        <p:nvPr/>
      </p:nvGrpSpPr>
      <p:grpSpPr>
        <a:xfrm>
          <a:off x="0" y="0"/>
          <a:ext cx="0" cy="0"/>
          <a:chOff x="0" y="0"/>
          <a:chExt cx="0" cy="0"/>
        </a:xfrm>
      </p:grpSpPr>
      <p:pic>
        <p:nvPicPr>
          <p:cNvPr id="5" name="Picture 6"/>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81038" y="609600"/>
            <a:ext cx="2593975" cy="539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Click to edit Master text styles</a:t>
            </a:r>
          </a:p>
        </p:txBody>
      </p:sp>
    </p:spTree>
    <p:extLst>
      <p:ext uri="{BB962C8B-B14F-4D97-AF65-F5344CB8AC3E}">
        <p14:creationId xmlns:p14="http://schemas.microsoft.com/office/powerpoint/2010/main" val="1530990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3" name="Text Placeholder 32"/>
          <p:cNvSpPr>
            <a:spLocks noGrp="1"/>
          </p:cNvSpPr>
          <p:nvPr>
            <p:ph type="body" sz="quarter" idx="11"/>
          </p:nvPr>
        </p:nvSpPr>
        <p:spPr>
          <a:xfrm>
            <a:off x="706102" y="1813044"/>
            <a:ext cx="5337174" cy="3643818"/>
          </a:xfrm>
          <a:prstGeom prst="rect">
            <a:avLst/>
          </a:prstGeom>
        </p:spPr>
        <p:txBody>
          <a:bodyPr vert="horz" lIns="0" tIns="0" rIns="0" bIns="0">
            <a:spAutoFit/>
          </a:bodyPr>
          <a:lstStyle>
            <a:lvl1pPr marL="0" indent="0">
              <a:lnSpc>
                <a:spcPct val="150000"/>
              </a:lnSpc>
              <a:spcBef>
                <a:spcPts val="0"/>
              </a:spcBef>
              <a:buFontTx/>
              <a:buNone/>
              <a:defRPr sz="2800" b="0" i="0" baseline="0">
                <a:solidFill>
                  <a:schemeClr val="accent5"/>
                </a:solidFill>
                <a:latin typeface="Merriweather Light"/>
                <a:cs typeface="Merriweather Light"/>
              </a:defRPr>
            </a:lvl1pPr>
            <a:lvl2pPr marL="0" indent="0">
              <a:lnSpc>
                <a:spcPct val="150000"/>
              </a:lnSpc>
              <a:buFontTx/>
              <a:buNone/>
              <a:defRPr sz="2900" baseline="0">
                <a:solidFill>
                  <a:schemeClr val="accent5"/>
                </a:solidFill>
              </a:defRPr>
            </a:lvl2pPr>
            <a:lvl3pPr marL="0" indent="0">
              <a:lnSpc>
                <a:spcPct val="150000"/>
              </a:lnSpc>
              <a:buFontTx/>
              <a:buNone/>
              <a:defRPr sz="2900" baseline="0">
                <a:solidFill>
                  <a:schemeClr val="accent5"/>
                </a:solidFill>
              </a:defRPr>
            </a:lvl3pPr>
            <a:lvl4pPr marL="0" indent="0">
              <a:lnSpc>
                <a:spcPct val="150000"/>
              </a:lnSpc>
              <a:buFontTx/>
              <a:buNone/>
              <a:defRPr sz="2900" baseline="0">
                <a:solidFill>
                  <a:schemeClr val="accent5"/>
                </a:solidFill>
              </a:defRPr>
            </a:lvl4pPr>
            <a:lvl5pPr marL="0" indent="0">
              <a:lnSpc>
                <a:spcPct val="150000"/>
              </a:lnSpc>
              <a:buFontTx/>
              <a:buNone/>
              <a:defRPr sz="2900" baseline="0">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2"/>
          <p:cNvSpPr>
            <a:spLocks noGrp="1"/>
          </p:cNvSpPr>
          <p:nvPr>
            <p:ph type="body" sz="quarter" idx="12"/>
          </p:nvPr>
        </p:nvSpPr>
        <p:spPr>
          <a:xfrm>
            <a:off x="8545513" y="1813044"/>
            <a:ext cx="5414961" cy="3643818"/>
          </a:xfrm>
          <a:prstGeom prst="rect">
            <a:avLst/>
          </a:prstGeom>
        </p:spPr>
        <p:txBody>
          <a:bodyPr vert="horz" wrap="square" lIns="0" tIns="0" rIns="0" bIns="0">
            <a:spAutoFit/>
          </a:bodyPr>
          <a:lstStyle>
            <a:lvl1pPr marL="0" marR="0" indent="0" algn="l" defTabSz="1306221" rtl="0" eaLnBrk="1" fontAlgn="auto" latinLnBrk="0" hangingPunct="1">
              <a:lnSpc>
                <a:spcPct val="150000"/>
              </a:lnSpc>
              <a:spcBef>
                <a:spcPts val="0"/>
              </a:spcBef>
              <a:spcAft>
                <a:spcPts val="0"/>
              </a:spcAft>
              <a:buClrTx/>
              <a:buSzTx/>
              <a:buFontTx/>
              <a:buNone/>
              <a:tabLst/>
              <a:defRPr sz="2800" b="0" i="0" baseline="0">
                <a:solidFill>
                  <a:srgbClr val="4C4C4C"/>
                </a:solidFill>
                <a:latin typeface="Merriweather Light"/>
                <a:cs typeface="Merriweather Light"/>
              </a:defRPr>
            </a:lvl1pPr>
            <a:lvl2pPr marL="0" indent="0">
              <a:lnSpc>
                <a:spcPct val="150000"/>
              </a:lnSpc>
              <a:buFontTx/>
              <a:buNone/>
              <a:defRPr sz="2900" baseline="0">
                <a:solidFill>
                  <a:srgbClr val="4C4C4C"/>
                </a:solidFill>
              </a:defRPr>
            </a:lvl2pPr>
            <a:lvl3pPr marL="0" indent="0">
              <a:lnSpc>
                <a:spcPct val="150000"/>
              </a:lnSpc>
              <a:buFontTx/>
              <a:buNone/>
              <a:defRPr sz="2900" baseline="0">
                <a:solidFill>
                  <a:srgbClr val="4C4C4C"/>
                </a:solidFill>
              </a:defRPr>
            </a:lvl3pPr>
            <a:lvl4pPr marL="0" indent="0">
              <a:lnSpc>
                <a:spcPct val="150000"/>
              </a:lnSpc>
              <a:buFontTx/>
              <a:buNone/>
              <a:defRPr sz="2900" baseline="0">
                <a:solidFill>
                  <a:srgbClr val="4C4C4C"/>
                </a:solidFill>
              </a:defRPr>
            </a:lvl4pPr>
            <a:lvl5pPr marL="0" indent="0">
              <a:lnSpc>
                <a:spcPct val="150000"/>
              </a:lnSpc>
              <a:buFontTx/>
              <a:buNone/>
              <a:defRPr sz="2900" baseline="0">
                <a:solidFill>
                  <a:srgbClr val="4C4C4C"/>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5"/>
          <p:cNvSpPr>
            <a:spLocks noGrp="1"/>
          </p:cNvSpPr>
          <p:nvPr>
            <p:ph type="body" sz="quarter" idx="13"/>
          </p:nvPr>
        </p:nvSpPr>
        <p:spPr>
          <a:xfrm>
            <a:off x="715321" y="600286"/>
            <a:ext cx="13245154" cy="577081"/>
          </a:xfrm>
          <a:prstGeom prst="rect">
            <a:avLst/>
          </a:prstGeom>
        </p:spPr>
        <p:txBody>
          <a:bodyPr wrap="square" lIns="0" tIns="0" rIns="0" bIns="0">
            <a:spAutoFit/>
          </a:bodyPr>
          <a:lstStyle>
            <a:lvl1pPr marL="0" indent="0">
              <a:lnSpc>
                <a:spcPct val="80000"/>
              </a:lnSpc>
              <a:buFontTx/>
              <a:buNone/>
              <a:defRPr sz="4500" b="0" i="0" baseline="0">
                <a:solidFill>
                  <a:schemeClr val="accent5"/>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2246969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a:latin typeface="BentonSans Book"/>
            </a:endParaRPr>
          </a:p>
        </p:txBody>
      </p:sp>
      <p:pic>
        <p:nvPicPr>
          <p:cNvPr id="7" name="Picture 6" descr="Bottom_Viz_August-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35699" t="3221" r="13841" b="-3221"/>
          <a:stretch/>
        </p:blipFill>
        <p:spPr>
          <a:xfrm>
            <a:off x="0" y="3225800"/>
            <a:ext cx="14630400" cy="3153156"/>
          </a:xfrm>
          <a:prstGeom prst="rect">
            <a:avLst/>
          </a:prstGeom>
        </p:spPr>
      </p:pic>
      <p:sp>
        <p:nvSpPr>
          <p:cNvPr id="5"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Click to edit Master text styles</a:t>
            </a:r>
          </a:p>
        </p:txBody>
      </p:sp>
    </p:spTree>
    <p:extLst>
      <p:ext uri="{BB962C8B-B14F-4D97-AF65-F5344CB8AC3E}">
        <p14:creationId xmlns:p14="http://schemas.microsoft.com/office/powerpoint/2010/main" val="1428701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a:latin typeface="BentonSans Book"/>
            </a:endParaRPr>
          </a:p>
        </p:txBody>
      </p:sp>
      <p:pic>
        <p:nvPicPr>
          <p:cNvPr id="5" name="Picture 4" descr="SectionDivider-03.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5658" r="12503"/>
          <a:stretch/>
        </p:blipFill>
        <p:spPr>
          <a:xfrm>
            <a:off x="0" y="2362200"/>
            <a:ext cx="14630400" cy="5482336"/>
          </a:xfrm>
          <a:prstGeom prst="rect">
            <a:avLst/>
          </a:prstGeom>
        </p:spPr>
      </p:pic>
      <p:sp>
        <p:nvSpPr>
          <p:cNvPr id="7"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Click to edit Master text styles</a:t>
            </a:r>
          </a:p>
        </p:txBody>
      </p:sp>
    </p:spTree>
    <p:extLst>
      <p:ext uri="{BB962C8B-B14F-4D97-AF65-F5344CB8AC3E}">
        <p14:creationId xmlns:p14="http://schemas.microsoft.com/office/powerpoint/2010/main" val="2254307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a:latin typeface="BentonSans Book"/>
            </a:endParaRPr>
          </a:p>
        </p:txBody>
      </p:sp>
      <p:pic>
        <p:nvPicPr>
          <p:cNvPr id="7" name="Picture 6" descr="SectionDivider-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5541"/>
          <a:stretch/>
        </p:blipFill>
        <p:spPr>
          <a:xfrm>
            <a:off x="0" y="2946400"/>
            <a:ext cx="14630400" cy="4749800"/>
          </a:xfrm>
          <a:prstGeom prst="rect">
            <a:avLst/>
          </a:prstGeom>
        </p:spPr>
      </p:pic>
      <p:sp>
        <p:nvSpPr>
          <p:cNvPr id="5"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Click to edit Master text styles</a:t>
            </a:r>
          </a:p>
        </p:txBody>
      </p:sp>
    </p:spTree>
    <p:extLst>
      <p:ext uri="{BB962C8B-B14F-4D97-AF65-F5344CB8AC3E}">
        <p14:creationId xmlns:p14="http://schemas.microsoft.com/office/powerpoint/2010/main" val="476552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4122793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ulti-level content">
    <p:spTree>
      <p:nvGrpSpPr>
        <p:cNvPr id="1" name=""/>
        <p:cNvGrpSpPr/>
        <p:nvPr/>
      </p:nvGrpSpPr>
      <p:grpSpPr>
        <a:xfrm>
          <a:off x="0" y="0"/>
          <a:ext cx="0" cy="0"/>
          <a:chOff x="0" y="0"/>
          <a:chExt cx="0" cy="0"/>
        </a:xfrm>
      </p:grpSpPr>
      <p:sp>
        <p:nvSpPr>
          <p:cNvPr id="18"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Click to edit Master text styles</a:t>
            </a:r>
          </a:p>
        </p:txBody>
      </p:sp>
      <p:sp>
        <p:nvSpPr>
          <p:cNvPr id="4" name="Content Placeholder 2"/>
          <p:cNvSpPr>
            <a:spLocks noGrp="1"/>
          </p:cNvSpPr>
          <p:nvPr>
            <p:ph idx="14"/>
          </p:nvPr>
        </p:nvSpPr>
        <p:spPr>
          <a:xfrm>
            <a:off x="704476" y="1893515"/>
            <a:ext cx="13274793" cy="443198"/>
          </a:xfrm>
          <a:prstGeom prst="rect">
            <a:avLst/>
          </a:prstGeom>
        </p:spPr>
        <p:txBody>
          <a:bodyPr wrap="square" lIns="0" tIns="0" rIns="0" bIns="0">
            <a:spAutoFit/>
          </a:bodyPr>
          <a:lstStyle>
            <a:lvl1pPr marL="6350" indent="0">
              <a:spcBef>
                <a:spcPts val="0"/>
              </a:spcBef>
              <a:spcAft>
                <a:spcPts val="600"/>
              </a:spcAft>
              <a:buSzPct val="100000"/>
              <a:buFont typeface="+mj-lt"/>
              <a:buNone/>
              <a:tabLst/>
              <a:defRPr sz="2800" b="0" i="0" baseline="0">
                <a:solidFill>
                  <a:srgbClr val="4C4C4C"/>
                </a:solidFill>
                <a:latin typeface="Merriweather Light"/>
                <a:cs typeface="Merriweather Light"/>
              </a:defRPr>
            </a:lvl1pPr>
            <a:lvl2pPr marL="288925" indent="0">
              <a:spcBef>
                <a:spcPts val="0"/>
              </a:spcBef>
              <a:spcAft>
                <a:spcPts val="600"/>
              </a:spcAft>
              <a:buSzPct val="100000"/>
              <a:buFont typeface="+mj-lt"/>
              <a:buNone/>
              <a:defRPr sz="2400" baseline="0">
                <a:solidFill>
                  <a:schemeClr val="accent5"/>
                </a:solidFill>
              </a:defRPr>
            </a:lvl2pPr>
            <a:lvl3pPr marL="512763" indent="0">
              <a:spcBef>
                <a:spcPts val="0"/>
              </a:spcBef>
              <a:spcAft>
                <a:spcPts val="600"/>
              </a:spcAft>
              <a:buSzPct val="100000"/>
              <a:buFont typeface="+mj-lt"/>
              <a:buNone/>
              <a:defRPr sz="2100" baseline="0">
                <a:solidFill>
                  <a:schemeClr val="accent5"/>
                </a:solidFill>
              </a:defRPr>
            </a:lvl3pPr>
            <a:lvl4pPr marL="741363" indent="0">
              <a:spcBef>
                <a:spcPts val="0"/>
              </a:spcBef>
              <a:spcAft>
                <a:spcPts val="600"/>
              </a:spcAft>
              <a:buSzPct val="100000"/>
              <a:buFont typeface="+mj-lt"/>
              <a:buNone/>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Click to edit Master text styles</a:t>
            </a:r>
          </a:p>
        </p:txBody>
      </p:sp>
    </p:spTree>
    <p:extLst>
      <p:ext uri="{BB962C8B-B14F-4D97-AF65-F5344CB8AC3E}">
        <p14:creationId xmlns:p14="http://schemas.microsoft.com/office/powerpoint/2010/main" val="3635177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3276599" y="2438401"/>
            <a:ext cx="9133131" cy="761747"/>
          </a:xfrm>
        </p:spPr>
        <p:txBody>
          <a:bodyPr/>
          <a:lstStyle>
            <a:lvl1pPr>
              <a:defRPr sz="5400" baseline="0">
                <a:solidFill>
                  <a:schemeClr val="accent5"/>
                </a:solidFill>
              </a:defRPr>
            </a:lvl1pPr>
          </a:lstStyle>
          <a:p>
            <a:r>
              <a:rPr lang="en-US"/>
              <a:t>Click to edit Master title style</a:t>
            </a:r>
          </a:p>
        </p:txBody>
      </p:sp>
      <p:sp>
        <p:nvSpPr>
          <p:cNvPr id="13" name="Text Placeholder 12"/>
          <p:cNvSpPr>
            <a:spLocks noGrp="1"/>
          </p:cNvSpPr>
          <p:nvPr>
            <p:ph type="body" sz="quarter" idx="11"/>
          </p:nvPr>
        </p:nvSpPr>
        <p:spPr>
          <a:xfrm>
            <a:off x="3561080" y="3733800"/>
            <a:ext cx="8077200" cy="369332"/>
          </a:xfrm>
          <a:prstGeom prst="rect">
            <a:avLst/>
          </a:prstGeom>
        </p:spPr>
        <p:txBody>
          <a:bodyPr lIns="0" tIns="0" rIns="0" bIns="0">
            <a:spAutoFit/>
          </a:bodyPr>
          <a:lstStyle>
            <a:lvl1pPr marL="0" indent="0">
              <a:buNone/>
              <a:defRPr sz="2400" baseline="0">
                <a:solidFill>
                  <a:schemeClr val="accent5"/>
                </a:solidFill>
                <a:latin typeface="Merriweather Light"/>
                <a:cs typeface="Merriweather Light"/>
              </a:defRPr>
            </a:lvl1pPr>
            <a:lvl2pPr marL="653110" indent="0">
              <a:buNone/>
              <a:defRPr sz="1000"/>
            </a:lvl2pPr>
            <a:lvl3pPr marL="1306221" indent="0">
              <a:buNone/>
              <a:defRPr sz="1000"/>
            </a:lvl3pPr>
            <a:lvl4pPr marL="1959331" indent="0">
              <a:buNone/>
              <a:defRPr sz="1000"/>
            </a:lvl4pPr>
            <a:lvl5pPr marL="2612442" indent="0">
              <a:buNone/>
              <a:defRPr sz="1000"/>
            </a:lvl5pPr>
          </a:lstStyle>
          <a:p>
            <a:pPr lvl="0"/>
            <a:r>
              <a:rPr lang="en-US"/>
              <a:t>Click to edit Master text styles</a:t>
            </a:r>
          </a:p>
        </p:txBody>
      </p:sp>
    </p:spTree>
    <p:extLst>
      <p:ext uri="{BB962C8B-B14F-4D97-AF65-F5344CB8AC3E}">
        <p14:creationId xmlns:p14="http://schemas.microsoft.com/office/powerpoint/2010/main" val="1972645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4357" y="1893515"/>
            <a:ext cx="13274793" cy="1631216"/>
          </a:xfrm>
          <a:prstGeom prst="rect">
            <a:avLst/>
          </a:prstGeom>
        </p:spPr>
        <p:txBody>
          <a:bodyPr wrap="square" lIns="0" tIns="0" rIns="0" bIns="0">
            <a:spAutoFit/>
          </a:bodyPr>
          <a:lstStyle>
            <a:lvl1pPr marL="520701" indent="-514350">
              <a:spcBef>
                <a:spcPts val="0"/>
              </a:spcBef>
              <a:spcAft>
                <a:spcPts val="600"/>
              </a:spcAft>
              <a:buSzPct val="100000"/>
              <a:buFont typeface="+mj-lt"/>
              <a:buAutoNum type="arabicPeriod"/>
              <a:tabLst/>
              <a:defRPr sz="2800" baseline="0">
                <a:solidFill>
                  <a:schemeClr val="accent5"/>
                </a:solidFill>
                <a:latin typeface="Merriweather Light"/>
                <a:cs typeface="Merriweather Light"/>
              </a:defRPr>
            </a:lvl1pPr>
            <a:lvl2pPr marL="746125" indent="-457200">
              <a:spcBef>
                <a:spcPts val="0"/>
              </a:spcBef>
              <a:spcAft>
                <a:spcPts val="600"/>
              </a:spcAft>
              <a:buSzPct val="100000"/>
              <a:buFont typeface="+mj-lt"/>
              <a:buAutoNum type="romanUcPeriod"/>
              <a:defRPr sz="2400" baseline="0">
                <a:solidFill>
                  <a:schemeClr val="accent5"/>
                </a:solidFill>
                <a:latin typeface="Merriweather Light"/>
                <a:cs typeface="Merriweather Light"/>
              </a:defRPr>
            </a:lvl2pPr>
            <a:lvl3pPr marL="969963" indent="-457200">
              <a:spcBef>
                <a:spcPts val="0"/>
              </a:spcBef>
              <a:spcAft>
                <a:spcPts val="600"/>
              </a:spcAft>
              <a:buSzPct val="100000"/>
              <a:buFont typeface="+mj-lt"/>
              <a:buAutoNum type="arabicPeriod"/>
              <a:defRPr sz="2100" baseline="0">
                <a:solidFill>
                  <a:schemeClr val="accent5"/>
                </a:solidFill>
                <a:latin typeface="Merriweather Light"/>
                <a:cs typeface="Merriweather Light"/>
              </a:defRPr>
            </a:lvl3pPr>
            <a:lvl4pPr marL="1084262" indent="-342901">
              <a:spcBef>
                <a:spcPts val="0"/>
              </a:spcBef>
              <a:spcAft>
                <a:spcPts val="600"/>
              </a:spcAft>
              <a:buSzPct val="100000"/>
              <a:buFont typeface="+mj-lt"/>
              <a:buAutoNum type="arabicPeriod"/>
              <a:defRPr sz="1800" baseline="0">
                <a:solidFill>
                  <a:schemeClr val="accent5"/>
                </a:solidFill>
              </a:defRPr>
            </a:lvl4pPr>
            <a:lvl5pPr marL="2063749" indent="0">
              <a:buSzPct val="100000"/>
              <a:buFont typeface="+mj-lt"/>
              <a:buNone/>
              <a:defRPr sz="1600">
                <a:solidFill>
                  <a:srgbClr val="4C4C4C"/>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3737769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Copy">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4476" y="1893515"/>
            <a:ext cx="1327382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rgbClr val="4C4C4C"/>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1644417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ed Copy - 2 Column">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5331" y="1893749"/>
            <a:ext cx="594360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chemeClr val="accent5"/>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p:cNvSpPr>
            <a:spLocks noGrp="1"/>
          </p:cNvSpPr>
          <p:nvPr>
            <p:ph idx="15"/>
          </p:nvPr>
        </p:nvSpPr>
        <p:spPr>
          <a:xfrm>
            <a:off x="7311907" y="1893515"/>
            <a:ext cx="594360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chemeClr val="accent5"/>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3266054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mp; Copy">
    <p:spTree>
      <p:nvGrpSpPr>
        <p:cNvPr id="1" name=""/>
        <p:cNvGrpSpPr/>
        <p:nvPr/>
      </p:nvGrpSpPr>
      <p:grpSpPr>
        <a:xfrm>
          <a:off x="0" y="0"/>
          <a:ext cx="0" cy="0"/>
          <a:chOff x="0" y="0"/>
          <a:chExt cx="0" cy="0"/>
        </a:xfrm>
      </p:grpSpPr>
      <p:sp>
        <p:nvSpPr>
          <p:cNvPr id="6" name="Content Placeholder 2"/>
          <p:cNvSpPr>
            <a:spLocks noGrp="1"/>
          </p:cNvSpPr>
          <p:nvPr>
            <p:ph idx="13"/>
          </p:nvPr>
        </p:nvSpPr>
        <p:spPr>
          <a:xfrm>
            <a:off x="7329803" y="1887752"/>
            <a:ext cx="6649347" cy="443198"/>
          </a:xfrm>
          <a:prstGeom prst="rect">
            <a:avLst/>
          </a:prstGeom>
        </p:spPr>
        <p:txBody>
          <a:bodyPr wrap="square" lIns="0" tIns="0" rIns="0" bIns="0">
            <a:spAutoFit/>
          </a:bodyPr>
          <a:lstStyle>
            <a:lvl1pPr marL="0" indent="0">
              <a:buSzPct val="100000"/>
              <a:buFont typeface="Arial"/>
              <a:buNone/>
              <a:defRPr sz="2800">
                <a:solidFill>
                  <a:schemeClr val="accent5"/>
                </a:solidFill>
                <a:latin typeface="Merriweather Light"/>
                <a:cs typeface="Merriweather Light"/>
              </a:defRPr>
            </a:lvl1pPr>
            <a:lvl2pPr marL="339725" indent="0">
              <a:buSzPct val="100000"/>
              <a:buFont typeface="Arial"/>
              <a:buNone/>
              <a:defRPr sz="2400">
                <a:solidFill>
                  <a:schemeClr val="accent5"/>
                </a:solidFill>
              </a:defRPr>
            </a:lvl2pPr>
            <a:lvl3pPr marL="692150" indent="0">
              <a:buSzPct val="100000"/>
              <a:buFont typeface="Arial"/>
              <a:buNone/>
              <a:defRPr sz="2100">
                <a:solidFill>
                  <a:schemeClr val="accent5"/>
                </a:solidFill>
              </a:defRPr>
            </a:lvl3pPr>
            <a:lvl4pPr marL="1384301" indent="0">
              <a:buSzPct val="100000"/>
              <a:buFont typeface="Arial"/>
              <a:buNone/>
              <a:defRPr sz="180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Click to edit Master text styles</a:t>
            </a:r>
          </a:p>
        </p:txBody>
      </p:sp>
      <p:sp>
        <p:nvSpPr>
          <p:cNvPr id="4" name="Picture Placeholder 4"/>
          <p:cNvSpPr>
            <a:spLocks noGrp="1"/>
          </p:cNvSpPr>
          <p:nvPr>
            <p:ph type="pic" sz="quarter" idx="10"/>
          </p:nvPr>
        </p:nvSpPr>
        <p:spPr>
          <a:xfrm>
            <a:off x="704476" y="1869074"/>
            <a:ext cx="6019800" cy="5407933"/>
          </a:xfrm>
          <a:prstGeom prst="rect">
            <a:avLst/>
          </a:prstGeom>
          <a:ln w="6350" cmpd="sng">
            <a:solidFill>
              <a:srgbClr val="666666"/>
            </a:solidFill>
          </a:ln>
        </p:spPr>
        <p:txBody>
          <a:bodyPr lIns="91440" tIns="45720" rIns="91440" bIns="45720"/>
          <a:lstStyle>
            <a:lvl1pPr marL="0" indent="0">
              <a:buFontTx/>
              <a:buNone/>
              <a:defRPr sz="2800">
                <a:solidFill>
                  <a:srgbClr val="4C4C4C"/>
                </a:solidFill>
                <a:latin typeface="Merriweather Light"/>
                <a:cs typeface="Merriweather Light"/>
              </a:defRPr>
            </a:lvl1pPr>
          </a:lstStyle>
          <a:p>
            <a:pPr lvl="0"/>
            <a:r>
              <a:rPr lang="en-US" noProof="0"/>
              <a:t>Click icon to add picture</a:t>
            </a:r>
          </a:p>
        </p:txBody>
      </p:sp>
      <p:sp>
        <p:nvSpPr>
          <p:cNvPr id="7"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3732568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Table Placeholder 3"/>
          <p:cNvSpPr>
            <a:spLocks noGrp="1"/>
          </p:cNvSpPr>
          <p:nvPr>
            <p:ph type="tbl" sz="quarter" idx="10"/>
          </p:nvPr>
        </p:nvSpPr>
        <p:spPr>
          <a:xfrm>
            <a:off x="704476" y="1893515"/>
            <a:ext cx="13273731" cy="5358966"/>
          </a:xfrm>
          <a:prstGeom prst="rect">
            <a:avLst/>
          </a:prstGeom>
        </p:spPr>
        <p:txBody>
          <a:bodyPr lIns="0" tIns="0" rIns="0" bIns="0"/>
          <a:lstStyle>
            <a:lvl1pPr marL="0" indent="0">
              <a:buSzPct val="120000"/>
              <a:buFontTx/>
              <a:buNone/>
              <a:defRPr sz="2800">
                <a:solidFill>
                  <a:schemeClr val="accent5"/>
                </a:solidFill>
                <a:latin typeface="Merriweather Light"/>
                <a:cs typeface="Merriweather Light"/>
              </a:defRPr>
            </a:lvl1pPr>
          </a:lstStyle>
          <a:p>
            <a:pPr lvl="0"/>
            <a:r>
              <a:rPr lang="en-US" noProof="0"/>
              <a:t>Click icon to add table</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3841633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PageImage_NoColorBar">
    <p:spTree>
      <p:nvGrpSpPr>
        <p:cNvPr id="1" name=""/>
        <p:cNvGrpSpPr/>
        <p:nvPr/>
      </p:nvGrpSpPr>
      <p:grpSpPr>
        <a:xfrm>
          <a:off x="0" y="0"/>
          <a:ext cx="0" cy="0"/>
          <a:chOff x="0" y="0"/>
          <a:chExt cx="0" cy="0"/>
        </a:xfrm>
      </p:grpSpPr>
      <p:sp>
        <p:nvSpPr>
          <p:cNvPr id="11" name="Picture Placeholder 2"/>
          <p:cNvSpPr>
            <a:spLocks noGrp="1"/>
          </p:cNvSpPr>
          <p:nvPr>
            <p:ph type="pic" sz="quarter" idx="10"/>
          </p:nvPr>
        </p:nvSpPr>
        <p:spPr>
          <a:xfrm>
            <a:off x="0" y="0"/>
            <a:ext cx="14630400" cy="8229600"/>
          </a:xfrm>
          <a:prstGeom prst="rect">
            <a:avLst/>
          </a:prstGeom>
          <a:solidFill>
            <a:schemeClr val="bg1"/>
          </a:solidFill>
          <a:ln w="6350" cmpd="sng">
            <a:solidFill>
              <a:srgbClr val="666666"/>
            </a:solidFill>
          </a:ln>
        </p:spPr>
        <p:txBody>
          <a:bodyPr lIns="91440" tIns="45720" rIns="91440" bIns="45720"/>
          <a:lstStyle>
            <a:lvl1pPr marL="0" indent="0">
              <a:buFontTx/>
              <a:buNone/>
              <a:defRPr sz="2800">
                <a:solidFill>
                  <a:schemeClr val="accent5"/>
                </a:solidFill>
                <a:latin typeface="Merriweather Light"/>
                <a:cs typeface="Merriweather Light"/>
              </a:defRPr>
            </a:lvl1pPr>
          </a:lstStyle>
          <a:p>
            <a:pPr lvl="0"/>
            <a:r>
              <a:rPr lang="en-US" noProof="0"/>
              <a:t>Click icon to add picture</a:t>
            </a:r>
          </a:p>
        </p:txBody>
      </p:sp>
    </p:spTree>
    <p:extLst>
      <p:ext uri="{BB962C8B-B14F-4D97-AF65-F5344CB8AC3E}">
        <p14:creationId xmlns:p14="http://schemas.microsoft.com/office/powerpoint/2010/main" val="1015207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Page Image w Color Ba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4630400" cy="8229602"/>
          </a:xfrm>
          <a:prstGeom prst="rect">
            <a:avLst/>
          </a:prstGeom>
          <a:ln w="6350" cmpd="sng">
            <a:solidFill>
              <a:schemeClr val="tx1"/>
            </a:solidFill>
          </a:ln>
        </p:spPr>
        <p:txBody>
          <a:bodyPr lIns="91440" tIns="45720" rIns="91440" bIns="45720"/>
          <a:lstStyle>
            <a:lvl1pPr marL="0" indent="0">
              <a:buFontTx/>
              <a:buNone/>
              <a:defRPr sz="2800">
                <a:solidFill>
                  <a:schemeClr val="accent5"/>
                </a:solidFill>
                <a:latin typeface="Merriweather Light"/>
                <a:cs typeface="Merriweather Light"/>
              </a:defRPr>
            </a:lvl1pPr>
          </a:lstStyle>
          <a:p>
            <a:pPr lvl="0"/>
            <a:r>
              <a:rPr lang="en-US" noProof="0"/>
              <a:t>Click icon to add picture</a:t>
            </a:r>
          </a:p>
        </p:txBody>
      </p:sp>
    </p:spTree>
    <p:extLst>
      <p:ext uri="{BB962C8B-B14F-4D97-AF65-F5344CB8AC3E}">
        <p14:creationId xmlns:p14="http://schemas.microsoft.com/office/powerpoint/2010/main" val="3730614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90436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sp>
        <p:nvSpPr>
          <p:cNvPr id="2" name="Rectangle 1"/>
          <p:cNvSpPr/>
          <p:nvPr/>
        </p:nvSpPr>
        <p:spPr>
          <a:xfrm>
            <a:off x="0" y="0"/>
            <a:ext cx="14630400" cy="8382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306221" fontAlgn="auto">
              <a:spcBef>
                <a:spcPts val="0"/>
              </a:spcBef>
              <a:spcAft>
                <a:spcPts val="0"/>
              </a:spcAft>
              <a:defRPr/>
            </a:pPr>
            <a:endParaRPr lang="en-US">
              <a:latin typeface="BentonSans Book"/>
            </a:endParaRPr>
          </a:p>
        </p:txBody>
      </p:sp>
      <p:pic>
        <p:nvPicPr>
          <p:cNvPr id="3" name="Picture 6" descr="tableau_rgb.eps"/>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946400" y="3206750"/>
            <a:ext cx="8737600" cy="1816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2496416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2C22C4-3638-4C46-AE9E-7C242D85ACEE}"/>
              </a:ext>
            </a:extLst>
          </p:cNvPr>
          <p:cNvSpPr>
            <a:spLocks noGrp="1"/>
          </p:cNvSpPr>
          <p:nvPr>
            <p:ph type="dt" sz="half" idx="10"/>
          </p:nvPr>
        </p:nvSpPr>
        <p:spPr/>
        <p:txBody>
          <a:bodyPr/>
          <a:lstStyle>
            <a:lvl1pPr>
              <a:defRPr/>
            </a:lvl1pPr>
          </a:lstStyle>
          <a:p>
            <a:pPr>
              <a:defRPr/>
            </a:pPr>
            <a:fld id="{DFC246AB-6B0F-4845-9064-1989DDA0B24B}" type="datetimeFigureOut">
              <a:rPr lang="en-US"/>
              <a:pPr>
                <a:defRPr/>
              </a:pPr>
              <a:t>9/16/26</a:t>
            </a:fld>
            <a:endParaRPr lang="en-US"/>
          </a:p>
        </p:txBody>
      </p:sp>
      <p:sp>
        <p:nvSpPr>
          <p:cNvPr id="5" name="Footer Placeholder 4">
            <a:extLst>
              <a:ext uri="{FF2B5EF4-FFF2-40B4-BE49-F238E27FC236}">
                <a16:creationId xmlns:a16="http://schemas.microsoft.com/office/drawing/2014/main" id="{8C786ABA-2091-4A31-80BF-F23AAD688A5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12CF2B6-6905-465D-AA2E-679049A375EC}"/>
              </a:ext>
            </a:extLst>
          </p:cNvPr>
          <p:cNvSpPr>
            <a:spLocks noGrp="1"/>
          </p:cNvSpPr>
          <p:nvPr>
            <p:ph type="sldNum" sz="quarter" idx="12"/>
          </p:nvPr>
        </p:nvSpPr>
        <p:spPr/>
        <p:txBody>
          <a:bodyPr/>
          <a:lstStyle>
            <a:lvl1pPr>
              <a:defRPr/>
            </a:lvl1pPr>
          </a:lstStyle>
          <a:p>
            <a:pPr>
              <a:defRPr/>
            </a:pPr>
            <a:fld id="{A1F0FA6C-E89F-4E60-8F6F-DE9379A19F9C}" type="slidenum">
              <a:rPr lang="en-US" altLang="en-US"/>
              <a:pPr>
                <a:defRPr/>
              </a:pPr>
              <a:t>‹#›</a:t>
            </a:fld>
            <a:endParaRPr lang="en-US" altLang="en-US"/>
          </a:p>
        </p:txBody>
      </p:sp>
    </p:spTree>
    <p:extLst>
      <p:ext uri="{BB962C8B-B14F-4D97-AF65-F5344CB8AC3E}">
        <p14:creationId xmlns:p14="http://schemas.microsoft.com/office/powerpoint/2010/main" val="39864026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2556511"/>
            <a:ext cx="12435840" cy="1764030"/>
          </a:xfrm>
        </p:spPr>
        <p:txBody>
          <a:bodyPr/>
          <a:lstStyle/>
          <a:p>
            <a:r>
              <a:rPr lang="en-US"/>
              <a:t>Click to edit Master title style</a:t>
            </a:r>
          </a:p>
        </p:txBody>
      </p:sp>
      <p:sp>
        <p:nvSpPr>
          <p:cNvPr id="3" name="Subtitle 2"/>
          <p:cNvSpPr>
            <a:spLocks noGrp="1"/>
          </p:cNvSpPr>
          <p:nvPr>
            <p:ph type="subTitle" idx="1"/>
          </p:nvPr>
        </p:nvSpPr>
        <p:spPr>
          <a:xfrm>
            <a:off x="2194560" y="4663440"/>
            <a:ext cx="10241280" cy="2103120"/>
          </a:xfrm>
        </p:spPr>
        <p:txBody>
          <a:bodyPr/>
          <a:lstStyle>
            <a:lvl1pPr marL="0" indent="0" algn="ctr">
              <a:buNone/>
              <a:defRPr>
                <a:solidFill>
                  <a:schemeClr val="tx1">
                    <a:tint val="75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C2090880-AFB9-4636-BBB5-1BCB59921F51}"/>
              </a:ext>
            </a:extLst>
          </p:cNvPr>
          <p:cNvSpPr>
            <a:spLocks noGrp="1"/>
          </p:cNvSpPr>
          <p:nvPr>
            <p:ph type="dt" sz="half" idx="10"/>
          </p:nvPr>
        </p:nvSpPr>
        <p:spPr/>
        <p:txBody>
          <a:bodyPr/>
          <a:lstStyle>
            <a:lvl1pPr>
              <a:defRPr/>
            </a:lvl1pPr>
          </a:lstStyle>
          <a:p>
            <a:pPr>
              <a:defRPr/>
            </a:pPr>
            <a:fld id="{FB61B1E9-7324-47C7-AB48-951429EE70EF}" type="datetimeFigureOut">
              <a:rPr lang="en-US"/>
              <a:pPr>
                <a:defRPr/>
              </a:pPr>
              <a:t>9/16/26</a:t>
            </a:fld>
            <a:endParaRPr lang="en-US"/>
          </a:p>
        </p:txBody>
      </p:sp>
      <p:sp>
        <p:nvSpPr>
          <p:cNvPr id="5" name="Footer Placeholder 4">
            <a:extLst>
              <a:ext uri="{FF2B5EF4-FFF2-40B4-BE49-F238E27FC236}">
                <a16:creationId xmlns:a16="http://schemas.microsoft.com/office/drawing/2014/main" id="{A9524568-9574-4049-9944-58E5A3E2998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1B11519-82D6-41B8-8B82-ADE98583567D}"/>
              </a:ext>
            </a:extLst>
          </p:cNvPr>
          <p:cNvSpPr>
            <a:spLocks noGrp="1"/>
          </p:cNvSpPr>
          <p:nvPr>
            <p:ph type="sldNum" sz="quarter" idx="12"/>
          </p:nvPr>
        </p:nvSpPr>
        <p:spPr/>
        <p:txBody>
          <a:bodyPr/>
          <a:lstStyle>
            <a:lvl1pPr>
              <a:defRPr/>
            </a:lvl1pPr>
          </a:lstStyle>
          <a:p>
            <a:pPr>
              <a:defRPr/>
            </a:pPr>
            <a:fld id="{694C503F-507D-406D-8480-1009A03AF4AF}" type="slidenum">
              <a:rPr lang="en-US" altLang="en-US"/>
              <a:pPr>
                <a:defRPr/>
              </a:pPr>
              <a:t>‹#›</a:t>
            </a:fld>
            <a:endParaRPr lang="en-US" altLang="en-US"/>
          </a:p>
        </p:txBody>
      </p:sp>
    </p:spTree>
    <p:extLst>
      <p:ext uri="{BB962C8B-B14F-4D97-AF65-F5344CB8AC3E}">
        <p14:creationId xmlns:p14="http://schemas.microsoft.com/office/powerpoint/2010/main" val="32726410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41227931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a:latin typeface="BentonSans Book"/>
            </a:endParaRPr>
          </a:p>
        </p:txBody>
      </p:sp>
      <p:pic>
        <p:nvPicPr>
          <p:cNvPr id="7" name="Picture 6" descr="Bottom_Viz_August-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35699" t="3221" r="13841" b="-3221"/>
          <a:stretch/>
        </p:blipFill>
        <p:spPr>
          <a:xfrm>
            <a:off x="0" y="3225800"/>
            <a:ext cx="14630400" cy="3153156"/>
          </a:xfrm>
          <a:prstGeom prst="rect">
            <a:avLst/>
          </a:prstGeom>
        </p:spPr>
      </p:pic>
      <p:sp>
        <p:nvSpPr>
          <p:cNvPr id="5"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14287017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resentation Title Slide">
    <p:spTree>
      <p:nvGrpSpPr>
        <p:cNvPr id="1" name=""/>
        <p:cNvGrpSpPr/>
        <p:nvPr/>
      </p:nvGrpSpPr>
      <p:grpSpPr>
        <a:xfrm>
          <a:off x="0" y="0"/>
          <a:ext cx="0" cy="0"/>
          <a:chOff x="0" y="0"/>
          <a:chExt cx="0" cy="0"/>
        </a:xfrm>
      </p:grpSpPr>
      <p:pic>
        <p:nvPicPr>
          <p:cNvPr id="5" name="Picture 6"/>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81038" y="609600"/>
            <a:ext cx="2593975" cy="539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15309900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Bulleted Copy">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4476" y="1893515"/>
            <a:ext cx="1327382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rgbClr val="4C4C4C"/>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13954071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9/16/26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a:p>
        </p:txBody>
      </p:sp>
    </p:spTree>
    <p:extLst>
      <p:ext uri="{BB962C8B-B14F-4D97-AF65-F5344CB8AC3E}">
        <p14:creationId xmlns:p14="http://schemas.microsoft.com/office/powerpoint/2010/main" val="4105650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2.xml"/><Relationship Id="rId7" Type="http://schemas.openxmlformats.org/officeDocument/2006/relationships/image" Target="../media/image2.emf"/><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7.png"/><Relationship Id="rId5" Type="http://schemas.openxmlformats.org/officeDocument/2006/relationships/theme" Target="../theme/theme2.xml"/><Relationship Id="rId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5" name="Picture 4" descr="Bottom_Viz_August-02.png"/>
          <p:cNvPicPr>
            <a:picLocks noChangeAspect="1"/>
          </p:cNvPicPr>
          <p:nvPr/>
        </p:nvPicPr>
        <p:blipFill rotWithShape="1">
          <a:blip r:embed="rId21" cstate="email">
            <a:extLst>
              <a:ext uri="{28A0092B-C50C-407E-A947-70E740481C1C}">
                <a14:useLocalDpi xmlns:a14="http://schemas.microsoft.com/office/drawing/2010/main" val="0"/>
              </a:ext>
            </a:extLst>
          </a:blip>
          <a:srcRect b="18483"/>
          <a:stretch/>
        </p:blipFill>
        <p:spPr>
          <a:xfrm flipH="1">
            <a:off x="0" y="6932613"/>
            <a:ext cx="14630400" cy="1296987"/>
          </a:xfrm>
          <a:prstGeom prst="rect">
            <a:avLst/>
          </a:prstGeom>
        </p:spPr>
      </p:pic>
      <p:pic>
        <p:nvPicPr>
          <p:cNvPr id="1027" name="Picture 7" descr="tableau_white.eps"/>
          <p:cNvPicPr>
            <a:picLocks noChangeAspect="1"/>
          </p:cNvPicPr>
          <p:nvPr/>
        </p:nvPicPr>
        <p:blipFill>
          <a:blip r:embed="rId22" cstate="email">
            <a:extLst>
              <a:ext uri="{28A0092B-C50C-407E-A947-70E740481C1C}">
                <a14:useLocalDpi xmlns:a14="http://schemas.microsoft.com/office/drawing/2010/main" val="0"/>
              </a:ext>
            </a:extLst>
          </a:blip>
          <a:srcRect/>
          <a:stretch>
            <a:fillRect/>
          </a:stretch>
        </p:blipFill>
        <p:spPr bwMode="auto">
          <a:xfrm>
            <a:off x="12669838" y="7724775"/>
            <a:ext cx="1727200" cy="360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8" name="Title Placeholder 1"/>
          <p:cNvSpPr>
            <a:spLocks noGrp="1"/>
          </p:cNvSpPr>
          <p:nvPr>
            <p:ph type="title"/>
          </p:nvPr>
        </p:nvSpPr>
        <p:spPr bwMode="auto">
          <a:xfrm>
            <a:off x="712788" y="601314"/>
            <a:ext cx="13244512" cy="5770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spAutoFit/>
          </a:bodyPr>
          <a:lstStyle/>
          <a:p>
            <a:pPr lvl="0"/>
            <a:r>
              <a:rPr lang="en-US"/>
              <a:t>Master Title Style</a:t>
            </a:r>
          </a:p>
        </p:txBody>
      </p:sp>
    </p:spTree>
  </p:cSld>
  <p:clrMap bg1="lt1" tx1="dk1" bg2="lt2" tx2="dk2" accent1="accent1" accent2="accent2" accent3="accent3" accent4="accent4" accent5="accent5" accent6="accent6" hlink="hlink" folHlink="folHlink"/>
  <p:sldLayoutIdLst>
    <p:sldLayoutId id="2147484147" r:id="rId1"/>
    <p:sldLayoutId id="2147484135" r:id="rId2"/>
    <p:sldLayoutId id="2147484148" r:id="rId3"/>
    <p:sldLayoutId id="2147484150" r:id="rId4"/>
    <p:sldLayoutId id="2147484152" r:id="rId5"/>
    <p:sldLayoutId id="2147484136" r:id="rId6"/>
    <p:sldLayoutId id="2147484137" r:id="rId7"/>
    <p:sldLayoutId id="2147484138" r:id="rId8"/>
    <p:sldLayoutId id="2147484139" r:id="rId9"/>
    <p:sldLayoutId id="2147484140" r:id="rId10"/>
    <p:sldLayoutId id="2147484141" r:id="rId11"/>
    <p:sldLayoutId id="2147484142" r:id="rId12"/>
    <p:sldLayoutId id="2147484143" r:id="rId13"/>
    <p:sldLayoutId id="2147484144" r:id="rId14"/>
    <p:sldLayoutId id="2147484145" r:id="rId15"/>
    <p:sldLayoutId id="2147484146" r:id="rId16"/>
    <p:sldLayoutId id="2147484149" r:id="rId17"/>
    <p:sldLayoutId id="2147484153" r:id="rId18"/>
    <p:sldLayoutId id="2147484154" r:id="rId19"/>
  </p:sldLayoutIdLst>
  <p:txStyles>
    <p:title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p:titleStyle>
    <p:bodyStyle>
      <a:lvl1pPr marL="488950" indent="-488950" algn="l" defTabSz="1304925" rtl="0" eaLnBrk="1" fontAlgn="base" hangingPunct="1">
        <a:spcBef>
          <a:spcPct val="20000"/>
        </a:spcBef>
        <a:spcAft>
          <a:spcPct val="0"/>
        </a:spcAft>
        <a:buFont typeface="Arial" charset="0"/>
        <a:buChar char="•"/>
        <a:defRPr sz="4600" kern="1200">
          <a:solidFill>
            <a:schemeClr val="tx1"/>
          </a:solidFill>
          <a:latin typeface="+mn-lt"/>
          <a:ea typeface="ＭＳ Ｐゴシック" charset="0"/>
          <a:cs typeface="ＭＳ Ｐゴシック" charset="0"/>
        </a:defRPr>
      </a:lvl1pPr>
      <a:lvl2pPr marL="1060450" indent="-407988" algn="l" defTabSz="1304925" rtl="0" eaLnBrk="1" fontAlgn="base" hangingPunct="1">
        <a:spcBef>
          <a:spcPct val="20000"/>
        </a:spcBef>
        <a:spcAft>
          <a:spcPct val="0"/>
        </a:spcAft>
        <a:buFont typeface="Arial" charset="0"/>
        <a:buChar char="–"/>
        <a:defRPr sz="4000" kern="1200">
          <a:solidFill>
            <a:schemeClr val="tx1"/>
          </a:solidFill>
          <a:latin typeface="+mn-lt"/>
          <a:ea typeface="ＭＳ Ｐゴシック" charset="0"/>
          <a:cs typeface="+mn-cs"/>
        </a:defRPr>
      </a:lvl2pPr>
      <a:lvl3pPr marL="1631950" indent="-325438" algn="l" defTabSz="1304925" rtl="0" eaLnBrk="1" fontAlgn="base" hangingPunct="1">
        <a:spcBef>
          <a:spcPct val="20000"/>
        </a:spcBef>
        <a:spcAft>
          <a:spcPct val="0"/>
        </a:spcAft>
        <a:buFont typeface="Arial" charset="0"/>
        <a:buChar char="•"/>
        <a:defRPr sz="3400" kern="1200">
          <a:solidFill>
            <a:schemeClr val="tx1"/>
          </a:solidFill>
          <a:latin typeface="+mn-lt"/>
          <a:ea typeface="ＭＳ Ｐゴシック" charset="0"/>
          <a:cs typeface="+mn-cs"/>
        </a:defRPr>
      </a:lvl3pPr>
      <a:lvl4pPr marL="228441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4pPr>
      <a:lvl5pPr marL="293846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5pPr>
      <a:lvl6pPr marL="359210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6pPr>
      <a:lvl7pPr marL="424521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7pPr>
      <a:lvl8pPr marL="489832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8pPr>
      <a:lvl9pPr marL="5551437"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9pPr>
    </p:bodyStyle>
    <p:otherStyle>
      <a:defPPr>
        <a:defRPr lang="en-US"/>
      </a:defPPr>
      <a:lvl1pPr marL="0" algn="l" defTabSz="1306221" rtl="0" eaLnBrk="1" latinLnBrk="0" hangingPunct="1">
        <a:defRPr sz="2600" kern="1200">
          <a:solidFill>
            <a:schemeClr val="tx1"/>
          </a:solidFill>
          <a:latin typeface="+mn-lt"/>
          <a:ea typeface="+mn-ea"/>
          <a:cs typeface="+mn-cs"/>
        </a:defRPr>
      </a:lvl1pPr>
      <a:lvl2pPr marL="653110" algn="l" defTabSz="1306221" rtl="0" eaLnBrk="1" latinLnBrk="0" hangingPunct="1">
        <a:defRPr sz="2600" kern="1200">
          <a:solidFill>
            <a:schemeClr val="tx1"/>
          </a:solidFill>
          <a:latin typeface="+mn-lt"/>
          <a:ea typeface="+mn-ea"/>
          <a:cs typeface="+mn-cs"/>
        </a:defRPr>
      </a:lvl2pPr>
      <a:lvl3pPr marL="1306221" algn="l" defTabSz="1306221" rtl="0" eaLnBrk="1" latinLnBrk="0" hangingPunct="1">
        <a:defRPr sz="2600" kern="1200">
          <a:solidFill>
            <a:schemeClr val="tx1"/>
          </a:solidFill>
          <a:latin typeface="+mn-lt"/>
          <a:ea typeface="+mn-ea"/>
          <a:cs typeface="+mn-cs"/>
        </a:defRPr>
      </a:lvl3pPr>
      <a:lvl4pPr marL="1959331" algn="l" defTabSz="1306221" rtl="0" eaLnBrk="1" latinLnBrk="0" hangingPunct="1">
        <a:defRPr sz="2600" kern="1200">
          <a:solidFill>
            <a:schemeClr val="tx1"/>
          </a:solidFill>
          <a:latin typeface="+mn-lt"/>
          <a:ea typeface="+mn-ea"/>
          <a:cs typeface="+mn-cs"/>
        </a:defRPr>
      </a:lvl4pPr>
      <a:lvl5pPr marL="2612442" algn="l" defTabSz="1306221" rtl="0" eaLnBrk="1" latinLnBrk="0" hangingPunct="1">
        <a:defRPr sz="2600" kern="1200">
          <a:solidFill>
            <a:schemeClr val="tx1"/>
          </a:solidFill>
          <a:latin typeface="+mn-lt"/>
          <a:ea typeface="+mn-ea"/>
          <a:cs typeface="+mn-cs"/>
        </a:defRPr>
      </a:lvl5pPr>
      <a:lvl6pPr marL="3265550" algn="l" defTabSz="1306221" rtl="0" eaLnBrk="1" latinLnBrk="0" hangingPunct="1">
        <a:defRPr sz="2600" kern="1200">
          <a:solidFill>
            <a:schemeClr val="tx1"/>
          </a:solidFill>
          <a:latin typeface="+mn-lt"/>
          <a:ea typeface="+mn-ea"/>
          <a:cs typeface="+mn-cs"/>
        </a:defRPr>
      </a:lvl6pPr>
      <a:lvl7pPr marL="3918661" algn="l" defTabSz="1306221" rtl="0" eaLnBrk="1" latinLnBrk="0" hangingPunct="1">
        <a:defRPr sz="2600" kern="1200">
          <a:solidFill>
            <a:schemeClr val="tx1"/>
          </a:solidFill>
          <a:latin typeface="+mn-lt"/>
          <a:ea typeface="+mn-ea"/>
          <a:cs typeface="+mn-cs"/>
        </a:defRPr>
      </a:lvl7pPr>
      <a:lvl8pPr marL="4571771" algn="l" defTabSz="1306221" rtl="0" eaLnBrk="1" latinLnBrk="0" hangingPunct="1">
        <a:defRPr sz="2600" kern="1200">
          <a:solidFill>
            <a:schemeClr val="tx1"/>
          </a:solidFill>
          <a:latin typeface="+mn-lt"/>
          <a:ea typeface="+mn-ea"/>
          <a:cs typeface="+mn-cs"/>
        </a:defRPr>
      </a:lvl8pPr>
      <a:lvl9pPr marL="5224882" algn="l" defTabSz="1306221" rtl="0" eaLnBrk="1" latinLnBrk="0" hangingPunct="1">
        <a:defRPr sz="2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5" name="Picture 4" descr="Bottom_Viz_August-02.png"/>
          <p:cNvPicPr>
            <a:picLocks noChangeAspect="1"/>
          </p:cNvPicPr>
          <p:nvPr/>
        </p:nvPicPr>
        <p:blipFill rotWithShape="1">
          <a:blip r:embed="rId6" cstate="email">
            <a:extLst>
              <a:ext uri="{28A0092B-C50C-407E-A947-70E740481C1C}">
                <a14:useLocalDpi xmlns:a14="http://schemas.microsoft.com/office/drawing/2010/main" val="0"/>
              </a:ext>
            </a:extLst>
          </a:blip>
          <a:srcRect b="18483"/>
          <a:stretch/>
        </p:blipFill>
        <p:spPr>
          <a:xfrm flipH="1">
            <a:off x="0" y="6932613"/>
            <a:ext cx="14630400" cy="1296987"/>
          </a:xfrm>
          <a:prstGeom prst="rect">
            <a:avLst/>
          </a:prstGeom>
        </p:spPr>
      </p:pic>
      <p:pic>
        <p:nvPicPr>
          <p:cNvPr id="1027" name="Picture 7" descr="tableau_white.eps"/>
          <p:cNvPicPr>
            <a:picLocks noChangeAspect="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12669838" y="7724775"/>
            <a:ext cx="1727200" cy="360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8" name="Title Placeholder 1"/>
          <p:cNvSpPr>
            <a:spLocks noGrp="1"/>
          </p:cNvSpPr>
          <p:nvPr>
            <p:ph type="title"/>
          </p:nvPr>
        </p:nvSpPr>
        <p:spPr bwMode="auto">
          <a:xfrm>
            <a:off x="712788" y="601314"/>
            <a:ext cx="13244512" cy="5770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spAutoFit/>
          </a:bodyPr>
          <a:lstStyle/>
          <a:p>
            <a:pPr lvl="0"/>
            <a:r>
              <a:rPr lang="en-US"/>
              <a:t>Master Title Style</a:t>
            </a:r>
          </a:p>
        </p:txBody>
      </p:sp>
    </p:spTree>
  </p:cSld>
  <p:clrMap bg1="lt1" tx1="dk1" bg2="lt2" tx2="dk2" accent1="accent1" accent2="accent2" accent3="accent3" accent4="accent4" accent5="accent5" accent6="accent6" hlink="hlink" folHlink="folHlink"/>
  <p:sldLayoutIdLst>
    <p:sldLayoutId id="2147484158" r:id="rId1"/>
    <p:sldLayoutId id="2147484157" r:id="rId2"/>
    <p:sldLayoutId id="2147484156" r:id="rId3"/>
    <p:sldLayoutId id="2147484212" r:id="rId4"/>
  </p:sldLayoutIdLst>
  <p:txStyles>
    <p:title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p:titleStyle>
    <p:bodyStyle>
      <a:lvl1pPr marL="488950" indent="-488950" algn="l" defTabSz="1304925" rtl="0" eaLnBrk="1" fontAlgn="base" hangingPunct="1">
        <a:spcBef>
          <a:spcPct val="20000"/>
        </a:spcBef>
        <a:spcAft>
          <a:spcPct val="0"/>
        </a:spcAft>
        <a:buFont typeface="Arial" charset="0"/>
        <a:buChar char="•"/>
        <a:defRPr sz="4600" kern="1200">
          <a:solidFill>
            <a:schemeClr val="tx1"/>
          </a:solidFill>
          <a:latin typeface="+mn-lt"/>
          <a:ea typeface="ＭＳ Ｐゴシック" charset="0"/>
          <a:cs typeface="ＭＳ Ｐゴシック" charset="0"/>
        </a:defRPr>
      </a:lvl1pPr>
      <a:lvl2pPr marL="1060450" indent="-407988" algn="l" defTabSz="1304925" rtl="0" eaLnBrk="1" fontAlgn="base" hangingPunct="1">
        <a:spcBef>
          <a:spcPct val="20000"/>
        </a:spcBef>
        <a:spcAft>
          <a:spcPct val="0"/>
        </a:spcAft>
        <a:buFont typeface="Arial" charset="0"/>
        <a:buChar char="–"/>
        <a:defRPr sz="4000" kern="1200">
          <a:solidFill>
            <a:schemeClr val="tx1"/>
          </a:solidFill>
          <a:latin typeface="+mn-lt"/>
          <a:ea typeface="ＭＳ Ｐゴシック" charset="0"/>
          <a:cs typeface="+mn-cs"/>
        </a:defRPr>
      </a:lvl2pPr>
      <a:lvl3pPr marL="1631950" indent="-325438" algn="l" defTabSz="1304925" rtl="0" eaLnBrk="1" fontAlgn="base" hangingPunct="1">
        <a:spcBef>
          <a:spcPct val="20000"/>
        </a:spcBef>
        <a:spcAft>
          <a:spcPct val="0"/>
        </a:spcAft>
        <a:buFont typeface="Arial" charset="0"/>
        <a:buChar char="•"/>
        <a:defRPr sz="3400" kern="1200">
          <a:solidFill>
            <a:schemeClr val="tx1"/>
          </a:solidFill>
          <a:latin typeface="+mn-lt"/>
          <a:ea typeface="ＭＳ Ｐゴシック" charset="0"/>
          <a:cs typeface="+mn-cs"/>
        </a:defRPr>
      </a:lvl3pPr>
      <a:lvl4pPr marL="228441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4pPr>
      <a:lvl5pPr marL="293846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5pPr>
      <a:lvl6pPr marL="359210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6pPr>
      <a:lvl7pPr marL="424521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7pPr>
      <a:lvl8pPr marL="489832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8pPr>
      <a:lvl9pPr marL="5551437"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9pPr>
    </p:bodyStyle>
    <p:otherStyle>
      <a:defPPr>
        <a:defRPr lang="en-US"/>
      </a:defPPr>
      <a:lvl1pPr marL="0" algn="l" defTabSz="1306221" rtl="0" eaLnBrk="1" latinLnBrk="0" hangingPunct="1">
        <a:defRPr sz="2600" kern="1200">
          <a:solidFill>
            <a:schemeClr val="tx1"/>
          </a:solidFill>
          <a:latin typeface="+mn-lt"/>
          <a:ea typeface="+mn-ea"/>
          <a:cs typeface="+mn-cs"/>
        </a:defRPr>
      </a:lvl1pPr>
      <a:lvl2pPr marL="653110" algn="l" defTabSz="1306221" rtl="0" eaLnBrk="1" latinLnBrk="0" hangingPunct="1">
        <a:defRPr sz="2600" kern="1200">
          <a:solidFill>
            <a:schemeClr val="tx1"/>
          </a:solidFill>
          <a:latin typeface="+mn-lt"/>
          <a:ea typeface="+mn-ea"/>
          <a:cs typeface="+mn-cs"/>
        </a:defRPr>
      </a:lvl2pPr>
      <a:lvl3pPr marL="1306221" algn="l" defTabSz="1306221" rtl="0" eaLnBrk="1" latinLnBrk="0" hangingPunct="1">
        <a:defRPr sz="2600" kern="1200">
          <a:solidFill>
            <a:schemeClr val="tx1"/>
          </a:solidFill>
          <a:latin typeface="+mn-lt"/>
          <a:ea typeface="+mn-ea"/>
          <a:cs typeface="+mn-cs"/>
        </a:defRPr>
      </a:lvl3pPr>
      <a:lvl4pPr marL="1959331" algn="l" defTabSz="1306221" rtl="0" eaLnBrk="1" latinLnBrk="0" hangingPunct="1">
        <a:defRPr sz="2600" kern="1200">
          <a:solidFill>
            <a:schemeClr val="tx1"/>
          </a:solidFill>
          <a:latin typeface="+mn-lt"/>
          <a:ea typeface="+mn-ea"/>
          <a:cs typeface="+mn-cs"/>
        </a:defRPr>
      </a:lvl4pPr>
      <a:lvl5pPr marL="2612442" algn="l" defTabSz="1306221" rtl="0" eaLnBrk="1" latinLnBrk="0" hangingPunct="1">
        <a:defRPr sz="2600" kern="1200">
          <a:solidFill>
            <a:schemeClr val="tx1"/>
          </a:solidFill>
          <a:latin typeface="+mn-lt"/>
          <a:ea typeface="+mn-ea"/>
          <a:cs typeface="+mn-cs"/>
        </a:defRPr>
      </a:lvl5pPr>
      <a:lvl6pPr marL="3265550" algn="l" defTabSz="1306221" rtl="0" eaLnBrk="1" latinLnBrk="0" hangingPunct="1">
        <a:defRPr sz="2600" kern="1200">
          <a:solidFill>
            <a:schemeClr val="tx1"/>
          </a:solidFill>
          <a:latin typeface="+mn-lt"/>
          <a:ea typeface="+mn-ea"/>
          <a:cs typeface="+mn-cs"/>
        </a:defRPr>
      </a:lvl6pPr>
      <a:lvl7pPr marL="3918661" algn="l" defTabSz="1306221" rtl="0" eaLnBrk="1" latinLnBrk="0" hangingPunct="1">
        <a:defRPr sz="2600" kern="1200">
          <a:solidFill>
            <a:schemeClr val="tx1"/>
          </a:solidFill>
          <a:latin typeface="+mn-lt"/>
          <a:ea typeface="+mn-ea"/>
          <a:cs typeface="+mn-cs"/>
        </a:defRPr>
      </a:lvl7pPr>
      <a:lvl8pPr marL="4571771" algn="l" defTabSz="1306221" rtl="0" eaLnBrk="1" latinLnBrk="0" hangingPunct="1">
        <a:defRPr sz="2600" kern="1200">
          <a:solidFill>
            <a:schemeClr val="tx1"/>
          </a:solidFill>
          <a:latin typeface="+mn-lt"/>
          <a:ea typeface="+mn-ea"/>
          <a:cs typeface="+mn-cs"/>
        </a:defRPr>
      </a:lvl8pPr>
      <a:lvl9pPr marL="5224882" algn="l" defTabSz="1306221" rtl="0" eaLnBrk="1" latinLnBrk="0" hangingPunct="1">
        <a:defRPr sz="2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1620942"/>
      </p:ext>
    </p:extLst>
  </p:cSld>
  <p:clrMap bg1="lt1" tx1="dk1" bg2="lt2" tx2="dk2" accent1="accent1" accent2="accent2" accent3="accent3" accent4="accent4" accent5="accent5" accent6="accent6" hlink="hlink" folHlink="folHlink"/>
  <p:sldLayoutIdLst>
    <p:sldLayoutId id="214748421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tags" Target="../tags/tag3.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1.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3.xml"/><Relationship Id="rId1" Type="http://schemas.openxmlformats.org/officeDocument/2006/relationships/tags" Target="../tags/tag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3.xml"/><Relationship Id="rId1" Type="http://schemas.openxmlformats.org/officeDocument/2006/relationships/tags" Target="../tags/tag7.xml"/><Relationship Id="rId5" Type="http://schemas.openxmlformats.org/officeDocument/2006/relationships/image" Target="../media/image13.emf"/><Relationship Id="rId4" Type="http://schemas.openxmlformats.org/officeDocument/2006/relationships/image" Target="../media/image12.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3.xml"/><Relationship Id="rId1" Type="http://schemas.openxmlformats.org/officeDocument/2006/relationships/tags" Target="../tags/tag8.xml"/><Relationship Id="rId5" Type="http://schemas.openxmlformats.org/officeDocument/2006/relationships/image" Target="../media/image14.emf"/><Relationship Id="rId4" Type="http://schemas.openxmlformats.org/officeDocument/2006/relationships/image" Target="../media/image13.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3.xml"/><Relationship Id="rId1" Type="http://schemas.openxmlformats.org/officeDocument/2006/relationships/tags" Target="../tags/tag9.xml"/><Relationship Id="rId5" Type="http://schemas.openxmlformats.org/officeDocument/2006/relationships/image" Target="../media/image15.emf"/><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3.xml"/><Relationship Id="rId1" Type="http://schemas.openxmlformats.org/officeDocument/2006/relationships/tags" Target="../tags/tag10.xml"/><Relationship Id="rId5" Type="http://schemas.openxmlformats.org/officeDocument/2006/relationships/image" Target="../media/image16.emf"/><Relationship Id="rId4" Type="http://schemas.openxmlformats.org/officeDocument/2006/relationships/image" Target="../media/image15.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3.xml"/><Relationship Id="rId1" Type="http://schemas.openxmlformats.org/officeDocument/2006/relationships/tags" Target="../tags/tag11.xml"/><Relationship Id="rId5" Type="http://schemas.openxmlformats.org/officeDocument/2006/relationships/image" Target="../media/image17.emf"/><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3.xml"/><Relationship Id="rId1" Type="http://schemas.openxmlformats.org/officeDocument/2006/relationships/tags" Target="../tags/tag12.xml"/><Relationship Id="rId5" Type="http://schemas.openxmlformats.org/officeDocument/2006/relationships/image" Target="../media/image18.emf"/><Relationship Id="rId4" Type="http://schemas.openxmlformats.org/officeDocument/2006/relationships/image" Target="../media/image17.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1.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3.xml"/><Relationship Id="rId1" Type="http://schemas.openxmlformats.org/officeDocument/2006/relationships/tags" Target="../tags/tag14.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3.xml"/><Relationship Id="rId1" Type="http://schemas.openxmlformats.org/officeDocument/2006/relationships/tags" Target="../tags/tag15.xml"/><Relationship Id="rId6" Type="http://schemas.openxmlformats.org/officeDocument/2006/relationships/image" Target="../media/image20.png"/><Relationship Id="rId5" Type="http://schemas.openxmlformats.org/officeDocument/2006/relationships/hyperlink" Target="https://public.tableau.com/profile/andy.kriebel#!/vizhome/MakeoverMondayWeek4-BridgestoProsperity/MM2020W4" TargetMode="External"/><Relationship Id="rId4" Type="http://schemas.openxmlformats.org/officeDocument/2006/relationships/hyperlink" Target="https://public.tableau.com/views/MakeoverMondayWeek4-BridgestoProsperity/MM2020W4?:display_count=y&amp;:origin=viz_share_link"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1.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4.xml"/><Relationship Id="rId1" Type="http://schemas.openxmlformats.org/officeDocument/2006/relationships/tags" Target="../tags/tag17.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4.xml"/><Relationship Id="rId1" Type="http://schemas.openxmlformats.org/officeDocument/2006/relationships/tags" Target="../tags/tag18.xml"/><Relationship Id="rId5" Type="http://schemas.openxmlformats.org/officeDocument/2006/relationships/image" Target="../media/image24.png"/><Relationship Id="rId4" Type="http://schemas.openxmlformats.org/officeDocument/2006/relationships/image" Target="../media/image23.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4.xml"/><Relationship Id="rId1" Type="http://schemas.openxmlformats.org/officeDocument/2006/relationships/tags" Target="../tags/tag19.xml"/><Relationship Id="rId5" Type="http://schemas.openxmlformats.org/officeDocument/2006/relationships/image" Target="../media/image24.png"/><Relationship Id="rId4" Type="http://schemas.openxmlformats.org/officeDocument/2006/relationships/image" Target="../media/image25.jpeg"/></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tags" Target="../tags/tag21.xml"/><Relationship Id="rId5" Type="http://schemas.openxmlformats.org/officeDocument/2006/relationships/hyperlink" Target="https://howmuch.net/articles/wind-power-in-the-united-states-2018" TargetMode="Externa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tags" Target="../tags/tag2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tags" Target="../tags/tag23.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tags" Target="../tags/tag24.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tags" Target="../tags/tag25.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26.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7.xml"/><Relationship Id="rId1" Type="http://schemas.openxmlformats.org/officeDocument/2006/relationships/tags" Target="../tags/tag2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705985" y="1891756"/>
            <a:ext cx="13245156" cy="1650901"/>
          </a:xfrm>
          <a:prstGeom prst="rect">
            <a:avLst/>
          </a:prstGeom>
        </p:spPr>
        <p:txBody>
          <a:bodyPr wrap="square" lIns="0" tIns="0" rIns="0" bIns="0" anchor="t">
            <a:spAutoFit/>
          </a:bodyPr>
          <a:lstStyle/>
          <a:p>
            <a:pPr defTabSz="1306221" fontAlgn="auto">
              <a:spcAft>
                <a:spcPts val="0"/>
              </a:spcAft>
              <a:defRPr/>
            </a:pPr>
            <a:r>
              <a:rPr lang="en-US">
                <a:ea typeface="+mn-ea"/>
              </a:rPr>
              <a:t>[Telling a Data Story]</a:t>
            </a:r>
          </a:p>
          <a:p>
            <a:pPr defTabSz="1306221" fontAlgn="auto">
              <a:lnSpc>
                <a:spcPct val="110000"/>
              </a:lnSpc>
              <a:spcBef>
                <a:spcPts val="1776"/>
              </a:spcBef>
              <a:spcAft>
                <a:spcPts val="0"/>
              </a:spcAft>
              <a:buFont typeface="Arial" panose="020B0604020202020204" pitchFamily="34" charset="0"/>
              <a:buNone/>
              <a:defRPr/>
            </a:pPr>
            <a:r>
              <a:rPr lang="en-US" sz="2400">
                <a:latin typeface="Merriweather Light"/>
                <a:ea typeface="+mn-ea"/>
                <a:cs typeface="Merriweather Light"/>
              </a:rPr>
              <a:t>[Presenter Name] | [Presenter Title]</a:t>
            </a:r>
          </a:p>
          <a:p>
            <a:pPr defTabSz="1306221" fontAlgn="auto">
              <a:lnSpc>
                <a:spcPct val="110000"/>
              </a:lnSpc>
              <a:spcAft>
                <a:spcPts val="0"/>
              </a:spcAft>
              <a:buFont typeface="Arial" panose="020B0604020202020204" pitchFamily="34" charset="0"/>
              <a:buNone/>
              <a:defRPr/>
            </a:pPr>
            <a:r>
              <a:rPr lang="en-US" sz="2400">
                <a:latin typeface="Merriweather Light"/>
                <a:ea typeface="+mn-ea"/>
                <a:cs typeface="Merriweather Light"/>
              </a:rPr>
              <a:t>[Date] | [Contact Info (social media, email, etc.)] </a:t>
            </a:r>
          </a:p>
        </p:txBody>
      </p:sp>
      <p:sp>
        <p:nvSpPr>
          <p:cNvPr id="4" name="TextBox 3">
            <a:extLst>
              <a:ext uri="{FF2B5EF4-FFF2-40B4-BE49-F238E27FC236}">
                <a16:creationId xmlns:a16="http://schemas.microsoft.com/office/drawing/2014/main" id="{CA2310B3-D93E-43CA-918B-55627217CF6E}"/>
              </a:ext>
            </a:extLst>
          </p:cNvPr>
          <p:cNvSpPr txBox="1"/>
          <p:nvPr/>
        </p:nvSpPr>
        <p:spPr>
          <a:xfrm>
            <a:off x="8371386" y="3440449"/>
            <a:ext cx="4560277" cy="2492990"/>
          </a:xfrm>
          <a:prstGeom prst="rect">
            <a:avLst/>
          </a:prstGeom>
          <a:noFill/>
        </p:spPr>
        <p:txBody>
          <a:bodyPr wrap="square" rtlCol="0">
            <a:spAutoFit/>
          </a:bodyPr>
          <a:lstStyle>
            <a:defPPr>
              <a:defRPr lang="en-US"/>
            </a:defPPr>
            <a:lvl1pPr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1pPr>
            <a:lvl2pPr marL="652463" indent="-195263"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2pPr>
            <a:lvl3pPr marL="1304925" indent="-390525"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3pPr>
            <a:lvl4pPr marL="1958975" indent="-587375"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4pPr>
            <a:lvl5pPr marL="2611438" indent="-782638"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5pPr>
            <a:lvl6pPr marL="2286000" algn="l" defTabSz="457200" rtl="0" eaLnBrk="1" latinLnBrk="0" hangingPunct="1">
              <a:defRPr sz="2600" kern="1200">
                <a:solidFill>
                  <a:schemeClr val="tx1"/>
                </a:solidFill>
                <a:latin typeface="Gill Sans MT" charset="0"/>
                <a:ea typeface="ＭＳ Ｐゴシック" charset="0"/>
                <a:cs typeface="ＭＳ Ｐゴシック" charset="0"/>
              </a:defRPr>
            </a:lvl6pPr>
            <a:lvl7pPr marL="2743200" algn="l" defTabSz="457200" rtl="0" eaLnBrk="1" latinLnBrk="0" hangingPunct="1">
              <a:defRPr sz="2600" kern="1200">
                <a:solidFill>
                  <a:schemeClr val="tx1"/>
                </a:solidFill>
                <a:latin typeface="Gill Sans MT" charset="0"/>
                <a:ea typeface="ＭＳ Ｐゴシック" charset="0"/>
                <a:cs typeface="ＭＳ Ｐゴシック" charset="0"/>
              </a:defRPr>
            </a:lvl7pPr>
            <a:lvl8pPr marL="3200400" algn="l" defTabSz="457200" rtl="0" eaLnBrk="1" latinLnBrk="0" hangingPunct="1">
              <a:defRPr sz="2600" kern="1200">
                <a:solidFill>
                  <a:schemeClr val="tx1"/>
                </a:solidFill>
                <a:latin typeface="Gill Sans MT" charset="0"/>
                <a:ea typeface="ＭＳ Ｐゴシック" charset="0"/>
                <a:cs typeface="ＭＳ Ｐゴシック" charset="0"/>
              </a:defRPr>
            </a:lvl8pPr>
            <a:lvl9pPr marL="3657600" algn="l" defTabSz="457200" rtl="0" eaLnBrk="1" latinLnBrk="0" hangingPunct="1">
              <a:defRPr sz="2600" kern="1200">
                <a:solidFill>
                  <a:schemeClr val="tx1"/>
                </a:solidFill>
                <a:latin typeface="Gill Sans MT" charset="0"/>
                <a:ea typeface="ＭＳ Ｐゴシック" charset="0"/>
                <a:cs typeface="ＭＳ Ｐゴシック" charset="0"/>
              </a:defRPr>
            </a:lvl9pPr>
          </a:lstStyle>
          <a:p>
            <a:r>
              <a:rPr lang="en-US" dirty="0">
                <a:highlight>
                  <a:srgbClr val="FFFF00"/>
                </a:highlight>
              </a:rPr>
              <a:t>Note to instructor:</a:t>
            </a:r>
          </a:p>
          <a:p>
            <a:r>
              <a:rPr lang="en-US" dirty="0">
                <a:highlight>
                  <a:srgbClr val="FFFF00"/>
                </a:highlight>
              </a:rPr>
              <a:t>For online adaptation, consider:</a:t>
            </a:r>
          </a:p>
          <a:p>
            <a:pPr marL="457200" indent="-457200">
              <a:buFont typeface="Arial" panose="020B0604020202020204" pitchFamily="34" charset="0"/>
              <a:buChar char="•"/>
            </a:pPr>
            <a:r>
              <a:rPr lang="en-US" dirty="0">
                <a:highlight>
                  <a:srgbClr val="FFFF00"/>
                </a:highlight>
              </a:rPr>
              <a:t>Add audio to desired slides</a:t>
            </a:r>
          </a:p>
          <a:p>
            <a:pPr marL="457200" indent="-457200">
              <a:buFont typeface="Arial" panose="020B0604020202020204" pitchFamily="34" charset="0"/>
              <a:buChar char="•"/>
            </a:pPr>
            <a:r>
              <a:rPr lang="en-US" dirty="0">
                <a:highlight>
                  <a:srgbClr val="FFFF00"/>
                </a:highlight>
              </a:rPr>
              <a:t>Add contextual information to captions for desired slides.</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1AE61C98-BDE9-D4A3-54D6-0A8CF885D034}"/>
              </a:ext>
            </a:extLst>
          </p:cNvPr>
          <p:cNvSpPr>
            <a:spLocks noGrp="1"/>
          </p:cNvSpPr>
          <p:nvPr>
            <p:ph idx="13"/>
          </p:nvPr>
        </p:nvSpPr>
        <p:spPr>
          <a:xfrm>
            <a:off x="4425043" y="228600"/>
            <a:ext cx="10205357" cy="6164765"/>
          </a:xfrm>
        </p:spPr>
        <p:txBody>
          <a:bodyPr/>
          <a:lstStyle/>
          <a:p>
            <a:pPr marL="457200" indent="-457200">
              <a:buFont typeface="Arial" panose="020B0604020202020204" pitchFamily="34" charset="0"/>
              <a:buChar char="•"/>
            </a:pPr>
            <a:r>
              <a:rPr lang="en-US" dirty="0"/>
              <a:t>Telling a data story (Read through ch9 this week).</a:t>
            </a:r>
          </a:p>
          <a:p>
            <a:pPr marL="796925" lvl="1" indent="-457200">
              <a:buFont typeface="Arial" panose="020B0604020202020204" pitchFamily="34" charset="0"/>
              <a:buChar char="•"/>
            </a:pPr>
            <a:r>
              <a:rPr lang="en-US" dirty="0"/>
              <a:t>Think about design. </a:t>
            </a:r>
          </a:p>
          <a:p>
            <a:pPr marL="796925" lvl="1" indent="-457200">
              <a:buFont typeface="Arial" panose="020B0604020202020204" pitchFamily="34" charset="0"/>
              <a:buChar char="•"/>
            </a:pPr>
            <a:r>
              <a:rPr lang="en-US" dirty="0"/>
              <a:t>Compile visualizations into a coherent unit. </a:t>
            </a:r>
          </a:p>
          <a:p>
            <a:pPr marL="457200" indent="-457200">
              <a:buFont typeface="Arial" panose="020B0604020202020204" pitchFamily="34" charset="0"/>
              <a:buChar char="•"/>
            </a:pPr>
            <a:r>
              <a:rPr lang="en-US" dirty="0"/>
              <a:t>Sample Assignment Practice:</a:t>
            </a:r>
          </a:p>
          <a:p>
            <a:pPr marL="796925" lvl="1" indent="-457200">
              <a:buFont typeface="Arial" panose="020B0604020202020204" pitchFamily="34" charset="0"/>
              <a:buChar char="•"/>
            </a:pPr>
            <a:r>
              <a:rPr lang="en-US" dirty="0"/>
              <a:t>We have a dataset and a goal. </a:t>
            </a:r>
          </a:p>
          <a:p>
            <a:pPr marL="796925" lvl="1" indent="-457200">
              <a:buFont typeface="Arial" panose="020B0604020202020204" pitchFamily="34" charset="0"/>
              <a:buChar char="•"/>
            </a:pPr>
            <a:r>
              <a:rPr lang="en-US" dirty="0"/>
              <a:t>Choose and make vis’ to target that. </a:t>
            </a:r>
          </a:p>
          <a:p>
            <a:pPr marL="796925" lvl="1" indent="-457200">
              <a:buFont typeface="Arial" panose="020B0604020202020204" pitchFamily="34" charset="0"/>
              <a:buChar char="•"/>
            </a:pPr>
            <a:r>
              <a:rPr lang="en-US" dirty="0"/>
              <a:t>Look at what I chose and why. </a:t>
            </a:r>
          </a:p>
          <a:p>
            <a:pPr marL="796925" lvl="1" indent="-457200">
              <a:buFont typeface="Arial" panose="020B0604020202020204" pitchFamily="34" charset="0"/>
              <a:buChar char="•"/>
            </a:pPr>
            <a:r>
              <a:rPr lang="en-US" dirty="0"/>
              <a:t>Talk/questions about the logic of it. </a:t>
            </a:r>
          </a:p>
          <a:p>
            <a:pPr marL="457200" indent="-457200">
              <a:buFont typeface="Arial" panose="020B0604020202020204" pitchFamily="34" charset="0"/>
              <a:buChar char="•"/>
            </a:pPr>
            <a:r>
              <a:rPr lang="en-US" dirty="0"/>
              <a:t>Along the way, we need to learn a few things. </a:t>
            </a:r>
          </a:p>
          <a:p>
            <a:pPr marL="1149350" lvl="2" indent="-457200">
              <a:buFont typeface="Arial" panose="020B0604020202020204" pitchFamily="34" charset="0"/>
              <a:buChar char="•"/>
            </a:pPr>
            <a:r>
              <a:rPr lang="en-US" dirty="0"/>
              <a:t>This is to be expected for most people, you may need to learn something new to do what you want.</a:t>
            </a:r>
          </a:p>
          <a:p>
            <a:pPr marL="796925" lvl="1" indent="-457200">
              <a:buFont typeface="Arial" panose="020B0604020202020204" pitchFamily="34" charset="0"/>
              <a:buChar char="•"/>
            </a:pPr>
            <a:r>
              <a:rPr lang="en-US" dirty="0"/>
              <a:t>Interactivity with actions. </a:t>
            </a:r>
          </a:p>
          <a:p>
            <a:pPr marL="796925" lvl="1" indent="-457200">
              <a:buFont typeface="Arial" panose="020B0604020202020204" pitchFamily="34" charset="0"/>
              <a:buChar char="•"/>
            </a:pPr>
            <a:r>
              <a:rPr lang="en-US" dirty="0"/>
              <a:t>Date data and types. </a:t>
            </a:r>
          </a:p>
          <a:p>
            <a:pPr marL="796925" lvl="1" indent="-457200">
              <a:buFont typeface="Arial" panose="020B0604020202020204" pitchFamily="34" charset="0"/>
              <a:buChar char="•"/>
            </a:pPr>
            <a:r>
              <a:rPr lang="en-US" dirty="0"/>
              <a:t>Some basic calculations and </a:t>
            </a:r>
            <a:r>
              <a:rPr lang="en-US"/>
              <a:t>data manipulation.</a:t>
            </a:r>
            <a:endParaRPr lang="en-US" dirty="0"/>
          </a:p>
        </p:txBody>
      </p:sp>
      <p:sp>
        <p:nvSpPr>
          <p:cNvPr id="7" name="Picture Placeholder 6">
            <a:extLst>
              <a:ext uri="{FF2B5EF4-FFF2-40B4-BE49-F238E27FC236}">
                <a16:creationId xmlns:a16="http://schemas.microsoft.com/office/drawing/2014/main" id="{4B7F8FC2-D677-1AD1-28A0-82C291B176BD}"/>
              </a:ext>
            </a:extLst>
          </p:cNvPr>
          <p:cNvSpPr>
            <a:spLocks noGrp="1"/>
          </p:cNvSpPr>
          <p:nvPr>
            <p:ph type="pic" sz="quarter" idx="10"/>
          </p:nvPr>
        </p:nvSpPr>
        <p:spPr>
          <a:xfrm>
            <a:off x="704476" y="1869074"/>
            <a:ext cx="4226753" cy="5407933"/>
          </a:xfrm>
        </p:spPr>
        <p:txBody>
          <a:bodyPr/>
          <a:lstStyle/>
          <a:p>
            <a:endParaRPr lang="en-US"/>
          </a:p>
        </p:txBody>
      </p:sp>
      <p:sp>
        <p:nvSpPr>
          <p:cNvPr id="8" name="Text Placeholder 7">
            <a:extLst>
              <a:ext uri="{FF2B5EF4-FFF2-40B4-BE49-F238E27FC236}">
                <a16:creationId xmlns:a16="http://schemas.microsoft.com/office/drawing/2014/main" id="{2DBC5E2F-A7F5-F0D6-9AAF-3F92619C1327}"/>
              </a:ext>
            </a:extLst>
          </p:cNvPr>
          <p:cNvSpPr>
            <a:spLocks noGrp="1"/>
          </p:cNvSpPr>
          <p:nvPr>
            <p:ph type="body" sz="quarter" idx="12"/>
          </p:nvPr>
        </p:nvSpPr>
        <p:spPr/>
        <p:txBody>
          <a:bodyPr/>
          <a:lstStyle/>
          <a:p>
            <a:r>
              <a:rPr lang="en-US" dirty="0"/>
              <a:t>Housekeeping:</a:t>
            </a:r>
          </a:p>
        </p:txBody>
      </p:sp>
    </p:spTree>
    <p:extLst>
      <p:ext uri="{BB962C8B-B14F-4D97-AF65-F5344CB8AC3E}">
        <p14:creationId xmlns:p14="http://schemas.microsoft.com/office/powerpoint/2010/main" val="2658120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E644-BD46-40ED-8FCA-A21355BF0566}"/>
              </a:ext>
            </a:extLst>
          </p:cNvPr>
          <p:cNvSpPr>
            <a:spLocks noGrp="1"/>
          </p:cNvSpPr>
          <p:nvPr>
            <p:ph type="title"/>
          </p:nvPr>
        </p:nvSpPr>
        <p:spPr/>
        <p:txBody>
          <a:bodyPr>
            <a:no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65311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130622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95933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261244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326555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391866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457177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5224882"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solidFill>
                  <a:schemeClr val="accent1">
                    <a:lumMod val="50000"/>
                  </a:schemeClr>
                </a:solidFill>
                <a:latin typeface="+mj-lt"/>
              </a:rPr>
              <a:t>Florence Nightingale (1820-1910)</a:t>
            </a:r>
          </a:p>
        </p:txBody>
      </p:sp>
      <p:pic>
        <p:nvPicPr>
          <p:cNvPr id="21507" name="Content Placeholder 3">
            <a:extLst>
              <a:ext uri="{FF2B5EF4-FFF2-40B4-BE49-F238E27FC236}">
                <a16:creationId xmlns:a16="http://schemas.microsoft.com/office/drawing/2014/main" id="{DED2753E-E049-48BC-AC5D-1042136DE5C8}"/>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2468880" y="2103120"/>
            <a:ext cx="3434716" cy="5431156"/>
          </a:xfrm>
        </p:spPr>
      </p:pic>
      <p:pic>
        <p:nvPicPr>
          <p:cNvPr id="21508" name="Picture 5" descr="04FLOR3-blog427">
            <a:extLst>
              <a:ext uri="{FF2B5EF4-FFF2-40B4-BE49-F238E27FC236}">
                <a16:creationId xmlns:a16="http://schemas.microsoft.com/office/drawing/2014/main" id="{1CB69117-248C-43E7-B5CE-8B89981F6F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49440" y="2204720"/>
            <a:ext cx="4886326" cy="5244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Content Placeholder 3">
            <a:extLst>
              <a:ext uri="{FF2B5EF4-FFF2-40B4-BE49-F238E27FC236}">
                <a16:creationId xmlns:a16="http://schemas.microsoft.com/office/drawing/2014/main" id="{386F761F-8B60-43FA-AE0A-6749FAB6631A}"/>
              </a:ext>
            </a:extLst>
          </p:cNvPr>
          <p:cNvPicPr>
            <a:picLocks noGrp="1"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2468880" y="1690286"/>
            <a:ext cx="3188017" cy="504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962546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 Placeholder 7"/>
          <p:cNvSpPr>
            <a:spLocks noGrp="1"/>
          </p:cNvSpPr>
          <p:nvPr>
            <p:ph type="body" sz="quarter" idx="11"/>
          </p:nvPr>
        </p:nvSpPr>
        <p:spPr>
          <a:xfrm>
            <a:off x="725488" y="1812925"/>
            <a:ext cx="5337175" cy="2518510"/>
          </a:xfrm>
        </p:spPr>
        <p:txBody>
          <a:bodyPr anchor="t"/>
          <a:lstStyle/>
          <a:p>
            <a:pPr defTabSz="1306221" fontAlgn="auto">
              <a:spcAft>
                <a:spcPts val="0"/>
              </a:spcAft>
              <a:defRPr/>
            </a:pPr>
            <a:r>
              <a:rPr lang="en-US">
                <a:ea typeface="+mn-ea"/>
              </a:rPr>
              <a:t>Storytelling Process</a:t>
            </a:r>
          </a:p>
          <a:p>
            <a:pPr defTabSz="1306221" fontAlgn="auto">
              <a:spcAft>
                <a:spcPts val="0"/>
              </a:spcAft>
              <a:defRPr/>
            </a:pPr>
            <a:r>
              <a:rPr lang="en-US">
                <a:ea typeface="+mn-ea"/>
              </a:rPr>
              <a:t>Dashboard Definition</a:t>
            </a:r>
          </a:p>
          <a:p>
            <a:pPr defTabSz="1306221" fontAlgn="auto">
              <a:spcAft>
                <a:spcPts val="0"/>
              </a:spcAft>
              <a:defRPr/>
            </a:pPr>
            <a:r>
              <a:rPr lang="en-US">
                <a:ea typeface="+mn-ea"/>
              </a:rPr>
              <a:t>Makeover Example</a:t>
            </a:r>
          </a:p>
          <a:p>
            <a:pPr defTabSz="1306221" fontAlgn="auto">
              <a:spcAft>
                <a:spcPts val="0"/>
              </a:spcAft>
              <a:defRPr/>
            </a:pPr>
            <a:r>
              <a:rPr lang="en-US">
                <a:ea typeface="+mn-ea"/>
              </a:rPr>
              <a:t>Redesign Activity</a:t>
            </a:r>
          </a:p>
        </p:txBody>
      </p:sp>
      <p:sp>
        <p:nvSpPr>
          <p:cNvPr id="9" name="Text Placeholder 8"/>
          <p:cNvSpPr>
            <a:spLocks noGrp="1"/>
          </p:cNvSpPr>
          <p:nvPr>
            <p:ph type="body" sz="quarter" idx="12"/>
          </p:nvPr>
        </p:nvSpPr>
        <p:spPr>
          <a:xfrm>
            <a:off x="8545513" y="1812925"/>
            <a:ext cx="5414962" cy="2518510"/>
          </a:xfrm>
        </p:spPr>
        <p:txBody>
          <a:bodyPr anchor="t"/>
          <a:lstStyle/>
          <a:p>
            <a:pPr>
              <a:defRPr/>
            </a:pPr>
            <a:r>
              <a:rPr lang="en-US">
                <a:ea typeface="+mn-ea"/>
              </a:rPr>
              <a:t>Slide 4</a:t>
            </a:r>
          </a:p>
          <a:p>
            <a:pPr>
              <a:defRPr/>
            </a:pPr>
            <a:r>
              <a:rPr lang="en-US">
                <a:ea typeface="+mn-ea"/>
              </a:rPr>
              <a:t>Slide 12</a:t>
            </a:r>
          </a:p>
          <a:p>
            <a:pPr>
              <a:defRPr/>
            </a:pPr>
            <a:r>
              <a:rPr lang="en-US">
                <a:ea typeface="+mn-ea"/>
              </a:rPr>
              <a:t>Slide 15</a:t>
            </a:r>
          </a:p>
          <a:p>
            <a:pPr>
              <a:defRPr/>
            </a:pPr>
            <a:r>
              <a:rPr lang="en-US">
                <a:ea typeface="+mn-ea"/>
              </a:rPr>
              <a:t>Slide 19</a:t>
            </a:r>
          </a:p>
        </p:txBody>
      </p:sp>
      <p:sp>
        <p:nvSpPr>
          <p:cNvPr id="2" name="Text Placeholder 1"/>
          <p:cNvSpPr>
            <a:spLocks noGrp="1"/>
          </p:cNvSpPr>
          <p:nvPr>
            <p:ph type="body" sz="quarter" idx="13"/>
          </p:nvPr>
        </p:nvSpPr>
        <p:spPr>
          <a:xfrm>
            <a:off x="712788" y="600075"/>
            <a:ext cx="13244512" cy="635000"/>
          </a:xfrm>
        </p:spPr>
        <p:txBody>
          <a:bodyPr/>
          <a:lstStyle/>
          <a:p>
            <a:pPr defTabSz="1306221" fontAlgn="auto">
              <a:spcAft>
                <a:spcPts val="0"/>
              </a:spcAft>
              <a:defRPr/>
            </a:pPr>
            <a:r>
              <a:rPr lang="en-US">
                <a:ea typeface="+mn-ea"/>
              </a:rPr>
              <a:t>Table of Contents/Agenda</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952280" y="2559665"/>
            <a:ext cx="12442269" cy="681405"/>
          </a:xfrm>
        </p:spPr>
        <p:txBody>
          <a:bodyPr wrap="square" lIns="0" tIns="0" rIns="0" bIns="0" anchor="t">
            <a:spAutoFit/>
          </a:bodyPr>
          <a:lstStyle/>
          <a:p>
            <a:r>
              <a:rPr lang="en-US" sz="5400">
                <a:ea typeface="ＭＳ Ｐゴシック"/>
              </a:rPr>
              <a:t>Storytelling Process</a:t>
            </a:r>
            <a:endParaRPr lang="en-US"/>
          </a:p>
        </p:txBody>
      </p:sp>
    </p:spTree>
    <p:custDataLst>
      <p:tags r:id="rId1"/>
    </p:custDataLst>
    <p:extLst>
      <p:ext uri="{BB962C8B-B14F-4D97-AF65-F5344CB8AC3E}">
        <p14:creationId xmlns:p14="http://schemas.microsoft.com/office/powerpoint/2010/main" val="1107155228"/>
      </p:ext>
    </p:extLst>
  </p:cSld>
  <p:clrMapOvr>
    <a:masterClrMapping/>
  </p:clrMapOvr>
  <mc:AlternateContent xmlns:mc="http://schemas.openxmlformats.org/markup-compatibility/2006" xmlns:p14="http://schemas.microsoft.com/office/powerpoint/2010/main">
    <mc:Choice Requires="p14">
      <p:transition spd="slow" p14:dur="2000" advTm="48238"/>
    </mc:Choice>
    <mc:Fallback xmlns="">
      <p:transition spd="slow" advTm="4823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4"/>
          </p:nvPr>
        </p:nvSpPr>
        <p:spPr>
          <a:xfrm>
            <a:off x="704476" y="2561171"/>
            <a:ext cx="4736832" cy="2970044"/>
          </a:xfrm>
        </p:spPr>
        <p:txBody>
          <a:bodyPr/>
          <a:lstStyle/>
          <a:p>
            <a:pPr marL="457200" indent="-457200" defTabSz="1306221" fontAlgn="auto">
              <a:defRPr/>
            </a:pPr>
            <a:r>
              <a:rPr lang="en-US">
                <a:ea typeface="+mn-ea"/>
              </a:rPr>
              <a:t>Context</a:t>
            </a:r>
          </a:p>
          <a:p>
            <a:pPr marL="457200" indent="-457200" defTabSz="1306221" fontAlgn="auto">
              <a:defRPr/>
            </a:pPr>
            <a:r>
              <a:rPr lang="en-US">
                <a:ea typeface="+mn-ea"/>
              </a:rPr>
              <a:t>Appropriate Display</a:t>
            </a:r>
          </a:p>
          <a:p>
            <a:pPr marL="457200" indent="-457200" defTabSz="1306221" fontAlgn="auto">
              <a:defRPr/>
            </a:pPr>
            <a:r>
              <a:rPr lang="en-US">
                <a:ea typeface="+mn-ea"/>
              </a:rPr>
              <a:t>Eliminate Clutter</a:t>
            </a:r>
          </a:p>
          <a:p>
            <a:pPr marL="457200" indent="-457200" defTabSz="1306221" fontAlgn="auto">
              <a:defRPr/>
            </a:pPr>
            <a:r>
              <a:rPr lang="en-US">
                <a:ea typeface="+mn-ea"/>
              </a:rPr>
              <a:t>Draw Attention</a:t>
            </a:r>
          </a:p>
          <a:p>
            <a:pPr marL="457200" indent="-457200" defTabSz="1306221" fontAlgn="auto">
              <a:defRPr/>
            </a:pPr>
            <a:r>
              <a:rPr lang="en-US">
                <a:ea typeface="+mn-ea"/>
              </a:rPr>
              <a:t>Design</a:t>
            </a:r>
          </a:p>
          <a:p>
            <a:pPr marL="457200" indent="-457200" defTabSz="1306221" fontAlgn="auto">
              <a:defRPr/>
            </a:pPr>
            <a:r>
              <a:rPr lang="en-US">
                <a:ea typeface="+mn-ea"/>
              </a:rPr>
              <a:t>Story</a:t>
            </a:r>
          </a:p>
        </p:txBody>
      </p:sp>
      <p:sp>
        <p:nvSpPr>
          <p:cNvPr id="5" name="Text Placeholder 1"/>
          <p:cNvSpPr>
            <a:spLocks noGrp="1"/>
          </p:cNvSpPr>
          <p:nvPr>
            <p:ph type="body" sz="quarter" idx="12"/>
          </p:nvPr>
        </p:nvSpPr>
        <p:spPr>
          <a:xfrm>
            <a:off x="710057" y="598699"/>
            <a:ext cx="13269093" cy="1260345"/>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Data Storytelling Process</a:t>
            </a:r>
          </a:p>
          <a:p>
            <a:pPr defTabSz="1306221" fontAlgn="auto">
              <a:lnSpc>
                <a:spcPct val="80000"/>
              </a:lnSpc>
              <a:spcAft>
                <a:spcPts val="0"/>
              </a:spcAft>
              <a:buFont typeface="Arial" panose="020B0604020202020204" pitchFamily="34" charset="0"/>
              <a:buNone/>
              <a:defRPr/>
            </a:pPr>
            <a:r>
              <a:rPr lang="en-US">
                <a:ea typeface="+mn-ea"/>
              </a:rPr>
              <a:t>Viz Makeover</a:t>
            </a:r>
          </a:p>
        </p:txBody>
      </p:sp>
      <p:pic>
        <p:nvPicPr>
          <p:cNvPr id="3" name="Picture 2" descr="A screenshot of a cell phone&#10;&#10;Description automatically generated">
            <a:extLst>
              <a:ext uri="{FF2B5EF4-FFF2-40B4-BE49-F238E27FC236}">
                <a16:creationId xmlns:a16="http://schemas.microsoft.com/office/drawing/2014/main" id="{5566F2D5-72A2-4271-A914-AD7376E43F74}"/>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5685472" y="1175780"/>
            <a:ext cx="8634420" cy="6280395"/>
          </a:xfrm>
          <a:prstGeom prst="rect">
            <a:avLst/>
          </a:prstGeom>
        </p:spPr>
      </p:pic>
    </p:spTree>
    <p:custDataLst>
      <p:tags r:id="rId1"/>
    </p:custDataLst>
    <p:extLst>
      <p:ext uri="{BB962C8B-B14F-4D97-AF65-F5344CB8AC3E}">
        <p14:creationId xmlns:p14="http://schemas.microsoft.com/office/powerpoint/2010/main" val="3378489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4"/>
          </p:nvPr>
        </p:nvSpPr>
        <p:spPr>
          <a:xfrm>
            <a:off x="704476" y="1893515"/>
            <a:ext cx="13273820" cy="2970044"/>
          </a:xfrm>
        </p:spPr>
        <p:txBody>
          <a:bodyPr/>
          <a:lstStyle/>
          <a:p>
            <a:pPr marL="457200" indent="-457200" defTabSz="1306221" fontAlgn="auto">
              <a:defRPr/>
            </a:pPr>
            <a:r>
              <a:rPr lang="en-US">
                <a:solidFill>
                  <a:schemeClr val="bg2">
                    <a:lumMod val="75000"/>
                  </a:schemeClr>
                </a:solidFill>
                <a:ea typeface="+mn-ea"/>
              </a:rPr>
              <a:t>Context</a:t>
            </a:r>
          </a:p>
          <a:p>
            <a:pPr marL="457200" indent="-457200" defTabSz="1306221" fontAlgn="auto">
              <a:defRPr/>
            </a:pPr>
            <a:r>
              <a:rPr lang="en-US">
                <a:ea typeface="+mn-ea"/>
              </a:rPr>
              <a:t>Appropriate Display</a:t>
            </a:r>
          </a:p>
          <a:p>
            <a:pPr marL="457200" indent="-457200" defTabSz="1306221" fontAlgn="auto">
              <a:defRPr/>
            </a:pPr>
            <a:r>
              <a:rPr lang="en-US">
                <a:solidFill>
                  <a:schemeClr val="bg2">
                    <a:lumMod val="75000"/>
                  </a:schemeClr>
                </a:solidFill>
                <a:ea typeface="+mn-ea"/>
              </a:rPr>
              <a:t>Eliminate Clutter</a:t>
            </a:r>
          </a:p>
          <a:p>
            <a:pPr marL="457200" indent="-457200" defTabSz="1306221" fontAlgn="auto">
              <a:defRPr/>
            </a:pPr>
            <a:r>
              <a:rPr lang="en-US">
                <a:solidFill>
                  <a:schemeClr val="bg2">
                    <a:lumMod val="75000"/>
                  </a:schemeClr>
                </a:solidFill>
                <a:ea typeface="+mn-ea"/>
              </a:rPr>
              <a:t>Draw Attention</a:t>
            </a:r>
          </a:p>
          <a:p>
            <a:pPr marL="457200" indent="-457200" defTabSz="1306221" fontAlgn="auto">
              <a:defRPr/>
            </a:pPr>
            <a:r>
              <a:rPr lang="en-US">
                <a:solidFill>
                  <a:schemeClr val="bg2">
                    <a:lumMod val="75000"/>
                  </a:schemeClr>
                </a:solidFill>
                <a:ea typeface="+mn-ea"/>
              </a:rPr>
              <a:t>Design</a:t>
            </a:r>
          </a:p>
          <a:p>
            <a:pPr marL="457200" indent="-457200" defTabSz="1306221" fontAlgn="auto">
              <a:defRPr/>
            </a:pPr>
            <a:r>
              <a:rPr lang="en-US">
                <a:solidFill>
                  <a:schemeClr val="bg2">
                    <a:lumMod val="75000"/>
                  </a:schemeClr>
                </a:solidFill>
                <a:ea typeface="+mn-ea"/>
              </a:rPr>
              <a:t>Story</a:t>
            </a:r>
          </a:p>
        </p:txBody>
      </p:sp>
      <p:sp>
        <p:nvSpPr>
          <p:cNvPr id="5" name="Text Placeholder 1"/>
          <p:cNvSpPr>
            <a:spLocks noGrp="1"/>
          </p:cNvSpPr>
          <p:nvPr>
            <p:ph type="body" sz="quarter" idx="12"/>
          </p:nvPr>
        </p:nvSpPr>
        <p:spPr>
          <a:xfrm>
            <a:off x="710057" y="598699"/>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Data Storytelling Process</a:t>
            </a:r>
          </a:p>
        </p:txBody>
      </p:sp>
      <p:pic>
        <p:nvPicPr>
          <p:cNvPr id="2" name="Picture 1">
            <a:extLst>
              <a:ext uri="{FF2B5EF4-FFF2-40B4-BE49-F238E27FC236}">
                <a16:creationId xmlns:a16="http://schemas.microsoft.com/office/drawing/2014/main" id="{1DD17F56-01B9-4303-81F0-EC5DE1294B79}"/>
              </a:ext>
            </a:extLst>
          </p:cNvPr>
          <p:cNvPicPr>
            <a:picLocks noChangeAspect="1"/>
          </p:cNvPicPr>
          <p:nvPr/>
        </p:nvPicPr>
        <p:blipFill>
          <a:blip r:embed="rId4"/>
          <a:stretch>
            <a:fillRect/>
          </a:stretch>
        </p:blipFill>
        <p:spPr>
          <a:xfrm>
            <a:off x="7468848" y="0"/>
            <a:ext cx="5884295" cy="3557714"/>
          </a:xfrm>
          <a:prstGeom prst="rect">
            <a:avLst/>
          </a:prstGeom>
        </p:spPr>
      </p:pic>
      <p:pic>
        <p:nvPicPr>
          <p:cNvPr id="7" name="Picture 6">
            <a:extLst>
              <a:ext uri="{FF2B5EF4-FFF2-40B4-BE49-F238E27FC236}">
                <a16:creationId xmlns:a16="http://schemas.microsoft.com/office/drawing/2014/main" id="{997D73E0-A870-4307-8273-64E0DAD41E6F}"/>
              </a:ext>
            </a:extLst>
          </p:cNvPr>
          <p:cNvPicPr>
            <a:picLocks noChangeAspect="1"/>
          </p:cNvPicPr>
          <p:nvPr/>
        </p:nvPicPr>
        <p:blipFill>
          <a:blip r:embed="rId5"/>
          <a:stretch>
            <a:fillRect/>
          </a:stretch>
        </p:blipFill>
        <p:spPr>
          <a:xfrm>
            <a:off x="7596312" y="3876771"/>
            <a:ext cx="5756831" cy="3334115"/>
          </a:xfrm>
          <a:prstGeom prst="rect">
            <a:avLst/>
          </a:prstGeom>
        </p:spPr>
      </p:pic>
    </p:spTree>
    <p:custDataLst>
      <p:tags r:id="rId1"/>
    </p:custDataLst>
    <p:extLst>
      <p:ext uri="{BB962C8B-B14F-4D97-AF65-F5344CB8AC3E}">
        <p14:creationId xmlns:p14="http://schemas.microsoft.com/office/powerpoint/2010/main" val="2131237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4"/>
          </p:nvPr>
        </p:nvSpPr>
        <p:spPr>
          <a:xfrm>
            <a:off x="704476" y="1893515"/>
            <a:ext cx="13273820" cy="2970044"/>
          </a:xfrm>
        </p:spPr>
        <p:txBody>
          <a:bodyPr/>
          <a:lstStyle/>
          <a:p>
            <a:pPr marL="457200" indent="-457200" defTabSz="1306221" fontAlgn="auto">
              <a:defRPr/>
            </a:pPr>
            <a:r>
              <a:rPr lang="en-US">
                <a:solidFill>
                  <a:schemeClr val="bg2">
                    <a:lumMod val="75000"/>
                  </a:schemeClr>
                </a:solidFill>
                <a:ea typeface="+mn-ea"/>
              </a:rPr>
              <a:t>Context</a:t>
            </a:r>
          </a:p>
          <a:p>
            <a:pPr marL="457200" indent="-457200" defTabSz="1306221" fontAlgn="auto">
              <a:defRPr/>
            </a:pPr>
            <a:r>
              <a:rPr lang="en-US">
                <a:ea typeface="+mn-ea"/>
              </a:rPr>
              <a:t>Appropriate Display</a:t>
            </a:r>
          </a:p>
          <a:p>
            <a:pPr marL="457200" indent="-457200" defTabSz="1306221" fontAlgn="auto">
              <a:defRPr/>
            </a:pPr>
            <a:r>
              <a:rPr lang="en-US">
                <a:solidFill>
                  <a:schemeClr val="bg2">
                    <a:lumMod val="75000"/>
                  </a:schemeClr>
                </a:solidFill>
                <a:ea typeface="+mn-ea"/>
              </a:rPr>
              <a:t>Eliminate Clutter</a:t>
            </a:r>
          </a:p>
          <a:p>
            <a:pPr marL="457200" indent="-457200" defTabSz="1306221" fontAlgn="auto">
              <a:defRPr/>
            </a:pPr>
            <a:r>
              <a:rPr lang="en-US">
                <a:solidFill>
                  <a:schemeClr val="bg2">
                    <a:lumMod val="75000"/>
                  </a:schemeClr>
                </a:solidFill>
                <a:ea typeface="+mn-ea"/>
              </a:rPr>
              <a:t>Draw Attention</a:t>
            </a:r>
          </a:p>
          <a:p>
            <a:pPr marL="457200" indent="-457200" defTabSz="1306221" fontAlgn="auto">
              <a:defRPr/>
            </a:pPr>
            <a:r>
              <a:rPr lang="en-US">
                <a:solidFill>
                  <a:schemeClr val="bg2">
                    <a:lumMod val="75000"/>
                  </a:schemeClr>
                </a:solidFill>
                <a:ea typeface="+mn-ea"/>
              </a:rPr>
              <a:t>Design</a:t>
            </a:r>
          </a:p>
          <a:p>
            <a:pPr marL="457200" indent="-457200" defTabSz="1306221" fontAlgn="auto">
              <a:defRPr/>
            </a:pPr>
            <a:r>
              <a:rPr lang="en-US">
                <a:solidFill>
                  <a:schemeClr val="bg2">
                    <a:lumMod val="75000"/>
                  </a:schemeClr>
                </a:solidFill>
                <a:ea typeface="+mn-ea"/>
              </a:rPr>
              <a:t>Story</a:t>
            </a:r>
          </a:p>
        </p:txBody>
      </p:sp>
      <p:sp>
        <p:nvSpPr>
          <p:cNvPr id="5" name="Text Placeholder 1"/>
          <p:cNvSpPr>
            <a:spLocks noGrp="1"/>
          </p:cNvSpPr>
          <p:nvPr>
            <p:ph type="body" sz="quarter" idx="12"/>
          </p:nvPr>
        </p:nvSpPr>
        <p:spPr>
          <a:xfrm>
            <a:off x="710057" y="598699"/>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Data Storytelling Process</a:t>
            </a:r>
          </a:p>
        </p:txBody>
      </p:sp>
      <p:pic>
        <p:nvPicPr>
          <p:cNvPr id="7" name="Picture 6">
            <a:extLst>
              <a:ext uri="{FF2B5EF4-FFF2-40B4-BE49-F238E27FC236}">
                <a16:creationId xmlns:a16="http://schemas.microsoft.com/office/drawing/2014/main" id="{997D73E0-A870-4307-8273-64E0DAD41E6F}"/>
              </a:ext>
            </a:extLst>
          </p:cNvPr>
          <p:cNvPicPr>
            <a:picLocks noChangeAspect="1"/>
          </p:cNvPicPr>
          <p:nvPr/>
        </p:nvPicPr>
        <p:blipFill>
          <a:blip r:embed="rId4"/>
          <a:stretch>
            <a:fillRect/>
          </a:stretch>
        </p:blipFill>
        <p:spPr>
          <a:xfrm>
            <a:off x="7494710" y="146020"/>
            <a:ext cx="5756831" cy="3334115"/>
          </a:xfrm>
          <a:prstGeom prst="rect">
            <a:avLst/>
          </a:prstGeom>
        </p:spPr>
      </p:pic>
      <p:pic>
        <p:nvPicPr>
          <p:cNvPr id="3" name="Picture 2">
            <a:extLst>
              <a:ext uri="{FF2B5EF4-FFF2-40B4-BE49-F238E27FC236}">
                <a16:creationId xmlns:a16="http://schemas.microsoft.com/office/drawing/2014/main" id="{E99208AD-58D3-4806-87DD-A0313091D4DD}"/>
              </a:ext>
            </a:extLst>
          </p:cNvPr>
          <p:cNvPicPr>
            <a:picLocks noChangeAspect="1"/>
          </p:cNvPicPr>
          <p:nvPr/>
        </p:nvPicPr>
        <p:blipFill>
          <a:blip r:embed="rId5"/>
          <a:stretch>
            <a:fillRect/>
          </a:stretch>
        </p:blipFill>
        <p:spPr>
          <a:xfrm>
            <a:off x="7552768" y="3882519"/>
            <a:ext cx="5640717" cy="3390992"/>
          </a:xfrm>
          <a:prstGeom prst="rect">
            <a:avLst/>
          </a:prstGeom>
        </p:spPr>
      </p:pic>
    </p:spTree>
    <p:custDataLst>
      <p:tags r:id="rId1"/>
    </p:custDataLst>
    <p:extLst>
      <p:ext uri="{BB962C8B-B14F-4D97-AF65-F5344CB8AC3E}">
        <p14:creationId xmlns:p14="http://schemas.microsoft.com/office/powerpoint/2010/main" val="3016633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4"/>
          </p:nvPr>
        </p:nvSpPr>
        <p:spPr>
          <a:xfrm>
            <a:off x="704476" y="1893515"/>
            <a:ext cx="13273820" cy="2970044"/>
          </a:xfrm>
        </p:spPr>
        <p:txBody>
          <a:bodyPr/>
          <a:lstStyle/>
          <a:p>
            <a:pPr marL="457200" indent="-457200" defTabSz="1306221" fontAlgn="auto">
              <a:defRPr/>
            </a:pPr>
            <a:r>
              <a:rPr lang="en-US">
                <a:solidFill>
                  <a:schemeClr val="tx1">
                    <a:lumMod val="60000"/>
                    <a:lumOff val="40000"/>
                  </a:schemeClr>
                </a:solidFill>
                <a:ea typeface="+mn-ea"/>
              </a:rPr>
              <a:t>Context</a:t>
            </a:r>
          </a:p>
          <a:p>
            <a:pPr marL="457200" indent="-457200" defTabSz="1306221" fontAlgn="auto">
              <a:defRPr/>
            </a:pPr>
            <a:r>
              <a:rPr lang="en-US">
                <a:solidFill>
                  <a:schemeClr val="tx1">
                    <a:lumMod val="60000"/>
                    <a:lumOff val="40000"/>
                  </a:schemeClr>
                </a:solidFill>
                <a:ea typeface="+mn-ea"/>
              </a:rPr>
              <a:t>Appropriate Display</a:t>
            </a:r>
          </a:p>
          <a:p>
            <a:pPr marL="457200" indent="-457200" defTabSz="1306221" fontAlgn="auto">
              <a:defRPr/>
            </a:pPr>
            <a:r>
              <a:rPr lang="en-US">
                <a:solidFill>
                  <a:schemeClr val="tx1"/>
                </a:solidFill>
                <a:ea typeface="+mn-ea"/>
              </a:rPr>
              <a:t>Eliminate Clutter</a:t>
            </a:r>
          </a:p>
          <a:p>
            <a:pPr marL="457200" indent="-457200" defTabSz="1306221" fontAlgn="auto">
              <a:defRPr/>
            </a:pPr>
            <a:r>
              <a:rPr lang="en-US">
                <a:solidFill>
                  <a:schemeClr val="bg2">
                    <a:lumMod val="75000"/>
                  </a:schemeClr>
                </a:solidFill>
                <a:ea typeface="+mn-ea"/>
              </a:rPr>
              <a:t>Draw Attention</a:t>
            </a:r>
          </a:p>
          <a:p>
            <a:pPr marL="457200" indent="-457200" defTabSz="1306221" fontAlgn="auto">
              <a:defRPr/>
            </a:pPr>
            <a:r>
              <a:rPr lang="en-US">
                <a:solidFill>
                  <a:schemeClr val="bg2">
                    <a:lumMod val="75000"/>
                  </a:schemeClr>
                </a:solidFill>
                <a:ea typeface="+mn-ea"/>
              </a:rPr>
              <a:t>Design</a:t>
            </a:r>
          </a:p>
          <a:p>
            <a:pPr marL="457200" indent="-457200" defTabSz="1306221" fontAlgn="auto">
              <a:defRPr/>
            </a:pPr>
            <a:r>
              <a:rPr lang="en-US">
                <a:solidFill>
                  <a:schemeClr val="bg2">
                    <a:lumMod val="75000"/>
                  </a:schemeClr>
                </a:solidFill>
                <a:ea typeface="+mn-ea"/>
              </a:rPr>
              <a:t>Story</a:t>
            </a:r>
          </a:p>
        </p:txBody>
      </p:sp>
      <p:sp>
        <p:nvSpPr>
          <p:cNvPr id="5" name="Text Placeholder 1"/>
          <p:cNvSpPr>
            <a:spLocks noGrp="1"/>
          </p:cNvSpPr>
          <p:nvPr>
            <p:ph type="body" sz="quarter" idx="12"/>
          </p:nvPr>
        </p:nvSpPr>
        <p:spPr>
          <a:xfrm>
            <a:off x="710057" y="598699"/>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Data Storytelling Process</a:t>
            </a:r>
          </a:p>
        </p:txBody>
      </p:sp>
      <p:pic>
        <p:nvPicPr>
          <p:cNvPr id="3" name="Picture 2">
            <a:extLst>
              <a:ext uri="{FF2B5EF4-FFF2-40B4-BE49-F238E27FC236}">
                <a16:creationId xmlns:a16="http://schemas.microsoft.com/office/drawing/2014/main" id="{E99208AD-58D3-4806-87DD-A0313091D4DD}"/>
              </a:ext>
            </a:extLst>
          </p:cNvPr>
          <p:cNvPicPr>
            <a:picLocks noChangeAspect="1"/>
          </p:cNvPicPr>
          <p:nvPr/>
        </p:nvPicPr>
        <p:blipFill>
          <a:blip r:embed="rId4"/>
          <a:stretch>
            <a:fillRect/>
          </a:stretch>
        </p:blipFill>
        <p:spPr>
          <a:xfrm>
            <a:off x="7857568" y="312005"/>
            <a:ext cx="5640717" cy="3390992"/>
          </a:xfrm>
          <a:prstGeom prst="rect">
            <a:avLst/>
          </a:prstGeom>
        </p:spPr>
      </p:pic>
      <p:pic>
        <p:nvPicPr>
          <p:cNvPr id="2" name="Picture 1">
            <a:extLst>
              <a:ext uri="{FF2B5EF4-FFF2-40B4-BE49-F238E27FC236}">
                <a16:creationId xmlns:a16="http://schemas.microsoft.com/office/drawing/2014/main" id="{992A4CBC-A049-4913-B7EA-AD3F4CC0583D}"/>
              </a:ext>
            </a:extLst>
          </p:cNvPr>
          <p:cNvPicPr>
            <a:picLocks noChangeAspect="1"/>
          </p:cNvPicPr>
          <p:nvPr/>
        </p:nvPicPr>
        <p:blipFill>
          <a:blip r:embed="rId5"/>
          <a:stretch>
            <a:fillRect/>
          </a:stretch>
        </p:blipFill>
        <p:spPr>
          <a:xfrm>
            <a:off x="7857568" y="3982455"/>
            <a:ext cx="5657341" cy="3176703"/>
          </a:xfrm>
          <a:prstGeom prst="rect">
            <a:avLst/>
          </a:prstGeom>
        </p:spPr>
      </p:pic>
    </p:spTree>
    <p:custDataLst>
      <p:tags r:id="rId1"/>
    </p:custDataLst>
    <p:extLst>
      <p:ext uri="{BB962C8B-B14F-4D97-AF65-F5344CB8AC3E}">
        <p14:creationId xmlns:p14="http://schemas.microsoft.com/office/powerpoint/2010/main" val="213711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4"/>
          </p:nvPr>
        </p:nvSpPr>
        <p:spPr>
          <a:xfrm>
            <a:off x="704476" y="1893515"/>
            <a:ext cx="13273820" cy="2970044"/>
          </a:xfrm>
        </p:spPr>
        <p:txBody>
          <a:bodyPr/>
          <a:lstStyle/>
          <a:p>
            <a:pPr marL="457200" indent="-457200" defTabSz="1306221" fontAlgn="auto">
              <a:defRPr/>
            </a:pPr>
            <a:r>
              <a:rPr lang="en-US">
                <a:solidFill>
                  <a:schemeClr val="tx1">
                    <a:lumMod val="60000"/>
                    <a:lumOff val="40000"/>
                  </a:schemeClr>
                </a:solidFill>
                <a:ea typeface="+mn-ea"/>
              </a:rPr>
              <a:t>Context</a:t>
            </a:r>
          </a:p>
          <a:p>
            <a:pPr marL="457200" indent="-457200" defTabSz="1306221" fontAlgn="auto">
              <a:defRPr/>
            </a:pPr>
            <a:r>
              <a:rPr lang="en-US">
                <a:solidFill>
                  <a:schemeClr val="tx1">
                    <a:lumMod val="60000"/>
                    <a:lumOff val="40000"/>
                  </a:schemeClr>
                </a:solidFill>
                <a:ea typeface="+mn-ea"/>
              </a:rPr>
              <a:t>Appropriate Display</a:t>
            </a:r>
          </a:p>
          <a:p>
            <a:pPr marL="457200" indent="-457200" defTabSz="1306221" fontAlgn="auto">
              <a:defRPr/>
            </a:pPr>
            <a:r>
              <a:rPr lang="en-US">
                <a:solidFill>
                  <a:schemeClr val="tx1">
                    <a:lumMod val="60000"/>
                    <a:lumOff val="40000"/>
                  </a:schemeClr>
                </a:solidFill>
                <a:ea typeface="+mn-ea"/>
              </a:rPr>
              <a:t>Eliminate Clutter</a:t>
            </a:r>
          </a:p>
          <a:p>
            <a:pPr marL="457200" indent="-457200" defTabSz="1306221" fontAlgn="auto">
              <a:defRPr/>
            </a:pPr>
            <a:r>
              <a:rPr lang="en-US">
                <a:solidFill>
                  <a:schemeClr val="tx1"/>
                </a:solidFill>
                <a:ea typeface="+mn-ea"/>
              </a:rPr>
              <a:t>Draw Attention</a:t>
            </a:r>
          </a:p>
          <a:p>
            <a:pPr marL="457200" indent="-457200" defTabSz="1306221" fontAlgn="auto">
              <a:defRPr/>
            </a:pPr>
            <a:r>
              <a:rPr lang="en-US">
                <a:solidFill>
                  <a:schemeClr val="bg2">
                    <a:lumMod val="75000"/>
                  </a:schemeClr>
                </a:solidFill>
                <a:ea typeface="+mn-ea"/>
              </a:rPr>
              <a:t>Design</a:t>
            </a:r>
          </a:p>
          <a:p>
            <a:pPr marL="457200" indent="-457200" defTabSz="1306221" fontAlgn="auto">
              <a:defRPr/>
            </a:pPr>
            <a:r>
              <a:rPr lang="en-US">
                <a:solidFill>
                  <a:schemeClr val="bg2">
                    <a:lumMod val="75000"/>
                  </a:schemeClr>
                </a:solidFill>
                <a:ea typeface="+mn-ea"/>
              </a:rPr>
              <a:t>Story</a:t>
            </a:r>
          </a:p>
        </p:txBody>
      </p:sp>
      <p:sp>
        <p:nvSpPr>
          <p:cNvPr id="5" name="Text Placeholder 1"/>
          <p:cNvSpPr>
            <a:spLocks noGrp="1"/>
          </p:cNvSpPr>
          <p:nvPr>
            <p:ph type="body" sz="quarter" idx="12"/>
          </p:nvPr>
        </p:nvSpPr>
        <p:spPr>
          <a:xfrm>
            <a:off x="710057" y="598699"/>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Data Storytelling Process</a:t>
            </a:r>
          </a:p>
        </p:txBody>
      </p:sp>
      <p:pic>
        <p:nvPicPr>
          <p:cNvPr id="2" name="Picture 1">
            <a:extLst>
              <a:ext uri="{FF2B5EF4-FFF2-40B4-BE49-F238E27FC236}">
                <a16:creationId xmlns:a16="http://schemas.microsoft.com/office/drawing/2014/main" id="{992A4CBC-A049-4913-B7EA-AD3F4CC0583D}"/>
              </a:ext>
            </a:extLst>
          </p:cNvPr>
          <p:cNvPicPr>
            <a:picLocks noChangeAspect="1"/>
          </p:cNvPicPr>
          <p:nvPr/>
        </p:nvPicPr>
        <p:blipFill>
          <a:blip r:embed="rId4"/>
          <a:stretch>
            <a:fillRect/>
          </a:stretch>
        </p:blipFill>
        <p:spPr>
          <a:xfrm>
            <a:off x="7315200" y="217715"/>
            <a:ext cx="6154893" cy="3456088"/>
          </a:xfrm>
          <a:prstGeom prst="rect">
            <a:avLst/>
          </a:prstGeom>
        </p:spPr>
      </p:pic>
      <p:pic>
        <p:nvPicPr>
          <p:cNvPr id="7" name="Picture 6">
            <a:extLst>
              <a:ext uri="{FF2B5EF4-FFF2-40B4-BE49-F238E27FC236}">
                <a16:creationId xmlns:a16="http://schemas.microsoft.com/office/drawing/2014/main" id="{1EFFFC38-5FA5-40BB-BE00-0BF6C31AD082}"/>
              </a:ext>
            </a:extLst>
          </p:cNvPr>
          <p:cNvPicPr>
            <a:picLocks noChangeAspect="1"/>
          </p:cNvPicPr>
          <p:nvPr/>
        </p:nvPicPr>
        <p:blipFill>
          <a:blip r:embed="rId5"/>
          <a:stretch>
            <a:fillRect/>
          </a:stretch>
        </p:blipFill>
        <p:spPr>
          <a:xfrm>
            <a:off x="7384628" y="3858485"/>
            <a:ext cx="5924972" cy="3243715"/>
          </a:xfrm>
          <a:prstGeom prst="rect">
            <a:avLst/>
          </a:prstGeom>
        </p:spPr>
      </p:pic>
    </p:spTree>
    <p:custDataLst>
      <p:tags r:id="rId1"/>
    </p:custDataLst>
    <p:extLst>
      <p:ext uri="{BB962C8B-B14F-4D97-AF65-F5344CB8AC3E}">
        <p14:creationId xmlns:p14="http://schemas.microsoft.com/office/powerpoint/2010/main" val="1165197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4"/>
          </p:nvPr>
        </p:nvSpPr>
        <p:spPr>
          <a:xfrm>
            <a:off x="704476" y="1893515"/>
            <a:ext cx="13273820" cy="2970044"/>
          </a:xfrm>
        </p:spPr>
        <p:txBody>
          <a:bodyPr/>
          <a:lstStyle/>
          <a:p>
            <a:pPr marL="457200" indent="-457200" defTabSz="1306221" fontAlgn="auto">
              <a:defRPr/>
            </a:pPr>
            <a:r>
              <a:rPr lang="en-US">
                <a:solidFill>
                  <a:schemeClr val="tx1">
                    <a:lumMod val="60000"/>
                    <a:lumOff val="40000"/>
                  </a:schemeClr>
                </a:solidFill>
                <a:ea typeface="+mn-ea"/>
              </a:rPr>
              <a:t>Context</a:t>
            </a:r>
          </a:p>
          <a:p>
            <a:pPr marL="457200" indent="-457200" defTabSz="1306221" fontAlgn="auto">
              <a:defRPr/>
            </a:pPr>
            <a:r>
              <a:rPr lang="en-US">
                <a:solidFill>
                  <a:schemeClr val="tx1">
                    <a:lumMod val="60000"/>
                    <a:lumOff val="40000"/>
                  </a:schemeClr>
                </a:solidFill>
                <a:ea typeface="+mn-ea"/>
              </a:rPr>
              <a:t>Appropriate Display</a:t>
            </a:r>
          </a:p>
          <a:p>
            <a:pPr marL="457200" indent="-457200" defTabSz="1306221" fontAlgn="auto">
              <a:defRPr/>
            </a:pPr>
            <a:r>
              <a:rPr lang="en-US">
                <a:solidFill>
                  <a:schemeClr val="tx1">
                    <a:lumMod val="60000"/>
                    <a:lumOff val="40000"/>
                  </a:schemeClr>
                </a:solidFill>
                <a:ea typeface="+mn-ea"/>
              </a:rPr>
              <a:t>Eliminate Clutter</a:t>
            </a:r>
          </a:p>
          <a:p>
            <a:pPr marL="457200" indent="-457200" defTabSz="1306221" fontAlgn="auto">
              <a:defRPr/>
            </a:pPr>
            <a:r>
              <a:rPr lang="en-US">
                <a:solidFill>
                  <a:schemeClr val="tx1">
                    <a:lumMod val="60000"/>
                    <a:lumOff val="40000"/>
                  </a:schemeClr>
                </a:solidFill>
                <a:ea typeface="+mn-ea"/>
              </a:rPr>
              <a:t>Draw Attention</a:t>
            </a:r>
          </a:p>
          <a:p>
            <a:pPr marL="457200" indent="-457200" defTabSz="1306221" fontAlgn="auto">
              <a:defRPr/>
            </a:pPr>
            <a:r>
              <a:rPr lang="en-US">
                <a:solidFill>
                  <a:schemeClr val="tx1"/>
                </a:solidFill>
                <a:ea typeface="+mn-ea"/>
              </a:rPr>
              <a:t>Design</a:t>
            </a:r>
          </a:p>
          <a:p>
            <a:pPr marL="457200" indent="-457200" defTabSz="1306221" fontAlgn="auto">
              <a:defRPr/>
            </a:pPr>
            <a:r>
              <a:rPr lang="en-US">
                <a:solidFill>
                  <a:schemeClr val="bg2">
                    <a:lumMod val="75000"/>
                  </a:schemeClr>
                </a:solidFill>
                <a:ea typeface="+mn-ea"/>
              </a:rPr>
              <a:t>Story</a:t>
            </a:r>
          </a:p>
        </p:txBody>
      </p:sp>
      <p:sp>
        <p:nvSpPr>
          <p:cNvPr id="5" name="Text Placeholder 1"/>
          <p:cNvSpPr>
            <a:spLocks noGrp="1"/>
          </p:cNvSpPr>
          <p:nvPr>
            <p:ph type="body" sz="quarter" idx="12"/>
          </p:nvPr>
        </p:nvSpPr>
        <p:spPr>
          <a:xfrm>
            <a:off x="710057" y="598699"/>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Data Storytelling Process</a:t>
            </a:r>
          </a:p>
        </p:txBody>
      </p:sp>
      <p:pic>
        <p:nvPicPr>
          <p:cNvPr id="7" name="Picture 6">
            <a:extLst>
              <a:ext uri="{FF2B5EF4-FFF2-40B4-BE49-F238E27FC236}">
                <a16:creationId xmlns:a16="http://schemas.microsoft.com/office/drawing/2014/main" id="{1EFFFC38-5FA5-40BB-BE00-0BF6C31AD082}"/>
              </a:ext>
            </a:extLst>
          </p:cNvPr>
          <p:cNvPicPr>
            <a:picLocks noChangeAspect="1"/>
          </p:cNvPicPr>
          <p:nvPr/>
        </p:nvPicPr>
        <p:blipFill>
          <a:blip r:embed="rId4"/>
          <a:stretch>
            <a:fillRect/>
          </a:stretch>
        </p:blipFill>
        <p:spPr>
          <a:xfrm>
            <a:off x="7108857" y="271657"/>
            <a:ext cx="5924972" cy="3243715"/>
          </a:xfrm>
          <a:prstGeom prst="rect">
            <a:avLst/>
          </a:prstGeom>
        </p:spPr>
      </p:pic>
      <p:pic>
        <p:nvPicPr>
          <p:cNvPr id="3" name="Picture 2">
            <a:extLst>
              <a:ext uri="{FF2B5EF4-FFF2-40B4-BE49-F238E27FC236}">
                <a16:creationId xmlns:a16="http://schemas.microsoft.com/office/drawing/2014/main" id="{FAEF51B8-67D3-4485-AB0F-B8AADCAE043C}"/>
              </a:ext>
            </a:extLst>
          </p:cNvPr>
          <p:cNvPicPr>
            <a:picLocks noChangeAspect="1"/>
          </p:cNvPicPr>
          <p:nvPr/>
        </p:nvPicPr>
        <p:blipFill rotWithShape="1">
          <a:blip r:embed="rId5"/>
          <a:srcRect b="8854"/>
          <a:stretch/>
        </p:blipFill>
        <p:spPr>
          <a:xfrm>
            <a:off x="7341385" y="3842413"/>
            <a:ext cx="5692443" cy="3259787"/>
          </a:xfrm>
          <a:prstGeom prst="rect">
            <a:avLst/>
          </a:prstGeom>
        </p:spPr>
      </p:pic>
    </p:spTree>
    <p:custDataLst>
      <p:tags r:id="rId1"/>
    </p:custDataLst>
    <p:extLst>
      <p:ext uri="{BB962C8B-B14F-4D97-AF65-F5344CB8AC3E}">
        <p14:creationId xmlns:p14="http://schemas.microsoft.com/office/powerpoint/2010/main" val="1219715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4"/>
          </p:nvPr>
        </p:nvSpPr>
        <p:spPr>
          <a:xfrm>
            <a:off x="704476" y="1893515"/>
            <a:ext cx="13273820" cy="2970044"/>
          </a:xfrm>
        </p:spPr>
        <p:txBody>
          <a:bodyPr/>
          <a:lstStyle/>
          <a:p>
            <a:pPr marL="457200" indent="-457200" defTabSz="1306221" fontAlgn="auto">
              <a:defRPr/>
            </a:pPr>
            <a:r>
              <a:rPr lang="en-US">
                <a:solidFill>
                  <a:schemeClr val="tx1">
                    <a:lumMod val="60000"/>
                    <a:lumOff val="40000"/>
                  </a:schemeClr>
                </a:solidFill>
                <a:ea typeface="+mn-ea"/>
              </a:rPr>
              <a:t>Context</a:t>
            </a:r>
          </a:p>
          <a:p>
            <a:pPr marL="457200" indent="-457200" defTabSz="1306221" fontAlgn="auto">
              <a:defRPr/>
            </a:pPr>
            <a:r>
              <a:rPr lang="en-US">
                <a:solidFill>
                  <a:schemeClr val="tx1">
                    <a:lumMod val="60000"/>
                    <a:lumOff val="40000"/>
                  </a:schemeClr>
                </a:solidFill>
                <a:ea typeface="+mn-ea"/>
              </a:rPr>
              <a:t>Appropriate Display</a:t>
            </a:r>
          </a:p>
          <a:p>
            <a:pPr marL="457200" indent="-457200" defTabSz="1306221" fontAlgn="auto">
              <a:defRPr/>
            </a:pPr>
            <a:r>
              <a:rPr lang="en-US">
                <a:solidFill>
                  <a:schemeClr val="tx1">
                    <a:lumMod val="60000"/>
                    <a:lumOff val="40000"/>
                  </a:schemeClr>
                </a:solidFill>
                <a:ea typeface="+mn-ea"/>
              </a:rPr>
              <a:t>Eliminate Clutter</a:t>
            </a:r>
          </a:p>
          <a:p>
            <a:pPr marL="457200" indent="-457200" defTabSz="1306221" fontAlgn="auto">
              <a:defRPr/>
            </a:pPr>
            <a:r>
              <a:rPr lang="en-US">
                <a:solidFill>
                  <a:schemeClr val="tx1">
                    <a:lumMod val="60000"/>
                    <a:lumOff val="40000"/>
                  </a:schemeClr>
                </a:solidFill>
                <a:ea typeface="+mn-ea"/>
              </a:rPr>
              <a:t>Draw Attention</a:t>
            </a:r>
          </a:p>
          <a:p>
            <a:pPr marL="457200" indent="-457200" defTabSz="1306221" fontAlgn="auto">
              <a:defRPr/>
            </a:pPr>
            <a:r>
              <a:rPr lang="en-US">
                <a:solidFill>
                  <a:schemeClr val="tx1">
                    <a:lumMod val="60000"/>
                    <a:lumOff val="40000"/>
                  </a:schemeClr>
                </a:solidFill>
                <a:ea typeface="+mn-ea"/>
              </a:rPr>
              <a:t>Design</a:t>
            </a:r>
          </a:p>
          <a:p>
            <a:pPr marL="457200" indent="-457200" defTabSz="1306221" fontAlgn="auto">
              <a:defRPr/>
            </a:pPr>
            <a:r>
              <a:rPr lang="en-US">
                <a:solidFill>
                  <a:schemeClr val="tx1"/>
                </a:solidFill>
                <a:ea typeface="+mn-ea"/>
              </a:rPr>
              <a:t>Story</a:t>
            </a:r>
          </a:p>
        </p:txBody>
      </p:sp>
      <p:sp>
        <p:nvSpPr>
          <p:cNvPr id="5" name="Text Placeholder 1"/>
          <p:cNvSpPr>
            <a:spLocks noGrp="1"/>
          </p:cNvSpPr>
          <p:nvPr>
            <p:ph type="body" sz="quarter" idx="12"/>
          </p:nvPr>
        </p:nvSpPr>
        <p:spPr>
          <a:xfrm>
            <a:off x="710057" y="598699"/>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Data Storytelling Process</a:t>
            </a:r>
          </a:p>
        </p:txBody>
      </p:sp>
      <p:pic>
        <p:nvPicPr>
          <p:cNvPr id="3" name="Picture 2">
            <a:extLst>
              <a:ext uri="{FF2B5EF4-FFF2-40B4-BE49-F238E27FC236}">
                <a16:creationId xmlns:a16="http://schemas.microsoft.com/office/drawing/2014/main" id="{FAEF51B8-67D3-4485-AB0F-B8AADCAE043C}"/>
              </a:ext>
            </a:extLst>
          </p:cNvPr>
          <p:cNvPicPr>
            <a:picLocks noChangeAspect="1"/>
          </p:cNvPicPr>
          <p:nvPr/>
        </p:nvPicPr>
        <p:blipFill rotWithShape="1">
          <a:blip r:embed="rId4"/>
          <a:srcRect b="8854"/>
          <a:stretch/>
        </p:blipFill>
        <p:spPr>
          <a:xfrm>
            <a:off x="7341386" y="162021"/>
            <a:ext cx="5866893" cy="3359686"/>
          </a:xfrm>
          <a:prstGeom prst="rect">
            <a:avLst/>
          </a:prstGeom>
        </p:spPr>
      </p:pic>
      <p:pic>
        <p:nvPicPr>
          <p:cNvPr id="2" name="Picture 1">
            <a:extLst>
              <a:ext uri="{FF2B5EF4-FFF2-40B4-BE49-F238E27FC236}">
                <a16:creationId xmlns:a16="http://schemas.microsoft.com/office/drawing/2014/main" id="{21DF40C8-992F-4609-9423-BDE1DBC2A064}"/>
              </a:ext>
            </a:extLst>
          </p:cNvPr>
          <p:cNvPicPr>
            <a:picLocks noChangeAspect="1"/>
          </p:cNvPicPr>
          <p:nvPr/>
        </p:nvPicPr>
        <p:blipFill>
          <a:blip r:embed="rId5"/>
          <a:stretch>
            <a:fillRect/>
          </a:stretch>
        </p:blipFill>
        <p:spPr>
          <a:xfrm>
            <a:off x="7497082" y="3855572"/>
            <a:ext cx="6188707" cy="3359685"/>
          </a:xfrm>
          <a:prstGeom prst="rect">
            <a:avLst/>
          </a:prstGeom>
        </p:spPr>
      </p:pic>
    </p:spTree>
    <p:custDataLst>
      <p:tags r:id="rId1"/>
    </p:custDataLst>
    <p:extLst>
      <p:ext uri="{BB962C8B-B14F-4D97-AF65-F5344CB8AC3E}">
        <p14:creationId xmlns:p14="http://schemas.microsoft.com/office/powerpoint/2010/main" val="1674970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05985" y="1891756"/>
            <a:ext cx="13245156" cy="681405"/>
          </a:xfrm>
        </p:spPr>
        <p:txBody>
          <a:bodyPr/>
          <a:lstStyle/>
          <a:p>
            <a:r>
              <a:rPr lang="en-US" sz="5400"/>
              <a:t>Dashboard Definition</a:t>
            </a:r>
          </a:p>
        </p:txBody>
      </p:sp>
    </p:spTree>
    <p:custDataLst>
      <p:tags r:id="rId1"/>
    </p:custDataLst>
    <p:extLst>
      <p:ext uri="{BB962C8B-B14F-4D97-AF65-F5344CB8AC3E}">
        <p14:creationId xmlns:p14="http://schemas.microsoft.com/office/powerpoint/2010/main" val="2375444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p:cNvSpPr>
            <a:spLocks noGrp="1"/>
          </p:cNvSpPr>
          <p:nvPr>
            <p:ph type="body" sz="quarter" idx="12"/>
          </p:nvPr>
        </p:nvSpPr>
        <p:spPr>
          <a:xfrm>
            <a:off x="710057" y="598699"/>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Dashboards</a:t>
            </a:r>
          </a:p>
        </p:txBody>
      </p:sp>
      <p:pic>
        <p:nvPicPr>
          <p:cNvPr id="10" name="Content Placeholder 9" descr="A picture containing screenshot, map&#10;&#10;Description automatically generated">
            <a:extLst>
              <a:ext uri="{FF2B5EF4-FFF2-40B4-BE49-F238E27FC236}">
                <a16:creationId xmlns:a16="http://schemas.microsoft.com/office/drawing/2014/main" id="{030F29B5-EF2A-4610-8DCD-BCF65FDBA2B6}"/>
              </a:ext>
            </a:extLst>
          </p:cNvPr>
          <p:cNvPicPr>
            <a:picLocks noGrp="1" noChangeAspect="1"/>
          </p:cNvPicPr>
          <p:nvPr>
            <p:ph idx="14"/>
          </p:nvPr>
        </p:nvPicPr>
        <p:blipFill>
          <a:blip r:embed="rId4" cstate="email">
            <a:extLst>
              <a:ext uri="{28A0092B-C50C-407E-A947-70E740481C1C}">
                <a14:useLocalDpi xmlns:a14="http://schemas.microsoft.com/office/drawing/2010/main" val="0"/>
              </a:ext>
            </a:extLst>
          </a:blip>
          <a:stretch>
            <a:fillRect/>
          </a:stretch>
        </p:blipFill>
        <p:spPr>
          <a:xfrm>
            <a:off x="4689988" y="465962"/>
            <a:ext cx="9230355" cy="6711156"/>
          </a:xfrm>
        </p:spPr>
      </p:pic>
    </p:spTree>
    <p:custDataLst>
      <p:tags r:id="rId1"/>
    </p:custDataLst>
    <p:extLst>
      <p:ext uri="{BB962C8B-B14F-4D97-AF65-F5344CB8AC3E}">
        <p14:creationId xmlns:p14="http://schemas.microsoft.com/office/powerpoint/2010/main" val="620950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p:cNvSpPr>
            <a:spLocks noGrp="1"/>
          </p:cNvSpPr>
          <p:nvPr>
            <p:ph type="body" sz="quarter" idx="12"/>
          </p:nvPr>
        </p:nvSpPr>
        <p:spPr>
          <a:xfrm>
            <a:off x="710057" y="598699"/>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Interactivity</a:t>
            </a:r>
          </a:p>
        </p:txBody>
      </p:sp>
      <p:sp>
        <p:nvSpPr>
          <p:cNvPr id="3" name="Content Placeholder 2">
            <a:extLst>
              <a:ext uri="{FF2B5EF4-FFF2-40B4-BE49-F238E27FC236}">
                <a16:creationId xmlns:a16="http://schemas.microsoft.com/office/drawing/2014/main" id="{8CE1E456-A35C-40A1-9193-F2D19836D6A9}"/>
              </a:ext>
            </a:extLst>
          </p:cNvPr>
          <p:cNvSpPr>
            <a:spLocks noGrp="1"/>
          </p:cNvSpPr>
          <p:nvPr>
            <p:ph idx="14"/>
          </p:nvPr>
        </p:nvSpPr>
        <p:spPr>
          <a:xfrm>
            <a:off x="678291" y="1283915"/>
            <a:ext cx="3574396" cy="2662267"/>
          </a:xfrm>
        </p:spPr>
        <p:txBody>
          <a:bodyPr/>
          <a:lstStyle/>
          <a:p>
            <a:pPr indent="0">
              <a:buNone/>
            </a:pPr>
            <a:r>
              <a:rPr lang="en-US" sz="2400">
                <a:hlinkClick r:id="rId4"/>
              </a:rPr>
              <a:t>https://public.tableau.com/views/MakeoverMondayWeek4-BridgestoProsperity/MM2020W4?:display_count=y&amp;:origin=viz_share_link</a:t>
            </a:r>
            <a:r>
              <a:rPr lang="en-US" sz="2400"/>
              <a:t> </a:t>
            </a:r>
            <a:endParaRPr lang="en-US" sz="2400">
              <a:hlinkClick r:id="rId5"/>
            </a:endParaRPr>
          </a:p>
          <a:p>
            <a:endParaRPr lang="en-US" sz="2400"/>
          </a:p>
        </p:txBody>
      </p:sp>
      <p:pic>
        <p:nvPicPr>
          <p:cNvPr id="4" name="Picture 3">
            <a:extLst>
              <a:ext uri="{FF2B5EF4-FFF2-40B4-BE49-F238E27FC236}">
                <a16:creationId xmlns:a16="http://schemas.microsoft.com/office/drawing/2014/main" id="{CF0410C9-7E63-4393-8096-93ADB6D22A99}"/>
              </a:ext>
            </a:extLst>
          </p:cNvPr>
          <p:cNvPicPr>
            <a:picLocks noChangeAspect="1"/>
          </p:cNvPicPr>
          <p:nvPr/>
        </p:nvPicPr>
        <p:blipFill rotWithShape="1">
          <a:blip r:embed="rId6"/>
          <a:srcRect l="14495" t="5808" r="15278" b="3065"/>
          <a:stretch/>
        </p:blipFill>
        <p:spPr>
          <a:xfrm>
            <a:off x="4631098" y="887239"/>
            <a:ext cx="9477827" cy="5783943"/>
          </a:xfrm>
          <a:prstGeom prst="rect">
            <a:avLst/>
          </a:prstGeom>
        </p:spPr>
      </p:pic>
    </p:spTree>
    <p:custDataLst>
      <p:tags r:id="rId1"/>
    </p:custDataLst>
    <p:extLst>
      <p:ext uri="{BB962C8B-B14F-4D97-AF65-F5344CB8AC3E}">
        <p14:creationId xmlns:p14="http://schemas.microsoft.com/office/powerpoint/2010/main" val="2450470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05985" y="1891756"/>
            <a:ext cx="13245156" cy="681405"/>
          </a:xfrm>
        </p:spPr>
        <p:txBody>
          <a:bodyPr/>
          <a:lstStyle/>
          <a:p>
            <a:r>
              <a:rPr lang="en-US" sz="5400"/>
              <a:t>Makeover Example</a:t>
            </a:r>
          </a:p>
        </p:txBody>
      </p:sp>
    </p:spTree>
    <p:custDataLst>
      <p:tags r:id="rId1"/>
    </p:custDataLst>
    <p:extLst>
      <p:ext uri="{BB962C8B-B14F-4D97-AF65-F5344CB8AC3E}">
        <p14:creationId xmlns:p14="http://schemas.microsoft.com/office/powerpoint/2010/main" val="809903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4294967295"/>
          </p:nvPr>
        </p:nvSpPr>
        <p:spPr>
          <a:xfrm>
            <a:off x="0" y="822325"/>
            <a:ext cx="3184525" cy="1784350"/>
          </a:xfrm>
        </p:spPr>
        <p:txBody>
          <a:bodyPr/>
          <a:lstStyle/>
          <a:p>
            <a:r>
              <a:rPr lang="en-US">
                <a:latin typeface="BentonSans Book"/>
              </a:rPr>
              <a:t>Let’s </a:t>
            </a:r>
            <a:br>
              <a:rPr lang="en-US">
                <a:latin typeface="BentonSans Book"/>
              </a:rPr>
            </a:br>
            <a:r>
              <a:rPr lang="en-US">
                <a:latin typeface="BentonSans Book"/>
              </a:rPr>
              <a:t>Re-Design! </a:t>
            </a:r>
          </a:p>
        </p:txBody>
      </p:sp>
      <p:pic>
        <p:nvPicPr>
          <p:cNvPr id="4" name="Picture 4" descr="No, comparison is not easy…"/>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009267" y="454343"/>
            <a:ext cx="6447131" cy="7561565"/>
          </a:xfrm>
          <a:prstGeom prst="rect">
            <a:avLst/>
          </a:prstGeom>
          <a:noFill/>
          <a:extLst>
            <a:ext uri="{909E8E84-426E-40DD-AFC4-6F175D3DCCD1}">
              <a14:hiddenFill xmlns:a14="http://schemas.microsoft.com/office/drawing/2010/main">
                <a:solidFill>
                  <a:srgbClr val="FFFFFF"/>
                </a:solidFill>
              </a14:hiddenFill>
            </a:ext>
          </a:extLst>
        </p:spPr>
      </p:pic>
      <p:pic>
        <p:nvPicPr>
          <p:cNvPr id="21518" name="Picture 14" descr="Related image"/>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1803588" y="3463151"/>
            <a:ext cx="3027493" cy="302749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662676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545080" y="110490"/>
            <a:ext cx="9540240" cy="8008620"/>
          </a:xfrm>
          <a:prstGeom prst="rect">
            <a:avLst/>
          </a:prstGeom>
        </p:spPr>
      </p:pic>
      <p:pic>
        <p:nvPicPr>
          <p:cNvPr id="3" name="Picture 2"/>
          <p:cNvPicPr>
            <a:picLocks noChangeAspect="1"/>
          </p:cNvPicPr>
          <p:nvPr/>
        </p:nvPicPr>
        <p:blipFill rotWithShape="1">
          <a:blip r:embed="rId5">
            <a:extLst>
              <a:ext uri="{28A0092B-C50C-407E-A947-70E740481C1C}">
                <a14:useLocalDpi xmlns:a14="http://schemas.microsoft.com/office/drawing/2010/main" val="0"/>
              </a:ext>
            </a:extLst>
          </a:blip>
          <a:srcRect l="11113" t="6660" r="9967" b="6395"/>
          <a:stretch/>
        </p:blipFill>
        <p:spPr>
          <a:xfrm>
            <a:off x="2635021" y="554636"/>
            <a:ext cx="9218951" cy="6850505"/>
          </a:xfrm>
          <a:prstGeom prst="rect">
            <a:avLst/>
          </a:prstGeom>
          <a:ln w="3175">
            <a:solidFill>
              <a:schemeClr val="tx1"/>
            </a:solidFill>
          </a:ln>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1363770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533650" y="110490"/>
            <a:ext cx="9563100" cy="8008620"/>
          </a:xfrm>
          <a:prstGeom prst="rect">
            <a:avLst/>
          </a:prstGeom>
        </p:spPr>
      </p:pic>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10985" t="5957" r="9839" b="6147"/>
          <a:stretch/>
        </p:blipFill>
        <p:spPr>
          <a:xfrm>
            <a:off x="3028013" y="644576"/>
            <a:ext cx="9248931" cy="6925457"/>
          </a:xfrm>
          <a:prstGeom prst="rect">
            <a:avLst/>
          </a:prstGeom>
          <a:ln w="6350">
            <a:solidFill>
              <a:schemeClr val="tx1"/>
            </a:solidFill>
          </a:ln>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2892287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082D3F5-1A5F-D60F-20E2-101FA72D87F5}"/>
              </a:ext>
            </a:extLst>
          </p:cNvPr>
          <p:cNvSpPr>
            <a:spLocks noGrp="1"/>
          </p:cNvSpPr>
          <p:nvPr>
            <p:ph idx="13"/>
          </p:nvPr>
        </p:nvSpPr>
        <p:spPr>
          <a:xfrm>
            <a:off x="5359700" y="244929"/>
            <a:ext cx="9270699" cy="6032421"/>
          </a:xfrm>
        </p:spPr>
        <p:txBody>
          <a:bodyPr/>
          <a:lstStyle/>
          <a:p>
            <a:pPr marL="457200" indent="-457200">
              <a:buFont typeface="Arial" panose="020B0604020202020204" pitchFamily="34" charset="0"/>
              <a:buChar char="•"/>
            </a:pPr>
            <a:r>
              <a:rPr lang="en-US" dirty="0"/>
              <a:t>Inside the Dataset Repository link there’s a </a:t>
            </a:r>
            <a:r>
              <a:rPr lang="en-US" dirty="0" err="1"/>
              <a:t>rat_sightings.csv.zip</a:t>
            </a:r>
            <a:r>
              <a:rPr lang="en-US" dirty="0"/>
              <a:t> file. </a:t>
            </a:r>
          </a:p>
          <a:p>
            <a:pPr marL="796925" lvl="1" indent="-457200">
              <a:buFont typeface="Arial" panose="020B0604020202020204" pitchFamily="34" charset="0"/>
              <a:buChar char="•"/>
            </a:pPr>
            <a:r>
              <a:rPr lang="en-US" dirty="0"/>
              <a:t>You’ll need to unzip it. </a:t>
            </a:r>
          </a:p>
          <a:p>
            <a:pPr marL="457200" indent="-457200">
              <a:buFont typeface="Arial" panose="020B0604020202020204" pitchFamily="34" charset="0"/>
              <a:buChar char="•"/>
            </a:pPr>
            <a:r>
              <a:rPr lang="en-US" dirty="0"/>
              <a:t>We are newly hired rat czars in NYC.</a:t>
            </a:r>
          </a:p>
          <a:p>
            <a:pPr marL="457200" indent="-457200">
              <a:buFont typeface="Arial" panose="020B0604020202020204" pitchFamily="34" charset="0"/>
              <a:buChar char="•"/>
            </a:pPr>
            <a:r>
              <a:rPr lang="en-US" dirty="0"/>
              <a:t>We need to show and overview of the prob.</a:t>
            </a:r>
          </a:p>
          <a:p>
            <a:pPr marL="796925" lvl="1" indent="-457200">
              <a:buFont typeface="Arial" panose="020B0604020202020204" pitchFamily="34" charset="0"/>
              <a:buChar char="•"/>
            </a:pPr>
            <a:r>
              <a:rPr lang="en-US" dirty="0"/>
              <a:t>~What is the current status with rats and what do we think will happen next (6-18 months). </a:t>
            </a:r>
          </a:p>
          <a:p>
            <a:pPr marL="457200" indent="-457200">
              <a:buFont typeface="Arial" panose="020B0604020202020204" pitchFamily="34" charset="0"/>
              <a:buChar char="•"/>
            </a:pPr>
            <a:r>
              <a:rPr lang="en-US" dirty="0"/>
              <a:t>There are many potential ‘answers’:</a:t>
            </a:r>
          </a:p>
          <a:p>
            <a:pPr marL="796925" lvl="1" indent="-457200">
              <a:buFont typeface="Arial" panose="020B0604020202020204" pitchFamily="34" charset="0"/>
              <a:buChar char="•"/>
            </a:pPr>
            <a:r>
              <a:rPr lang="en-US" dirty="0"/>
              <a:t>Different aspects may be focused on (</a:t>
            </a:r>
            <a:r>
              <a:rPr lang="en-US" dirty="0" err="1"/>
              <a:t>d.k.</a:t>
            </a:r>
            <a:r>
              <a:rPr lang="en-US" dirty="0"/>
              <a:t>). </a:t>
            </a:r>
          </a:p>
          <a:p>
            <a:pPr marL="796925" lvl="1" indent="-457200">
              <a:buFont typeface="Arial" panose="020B0604020202020204" pitchFamily="34" charset="0"/>
              <a:buChar char="•"/>
            </a:pPr>
            <a:r>
              <a:rPr lang="en-US" dirty="0"/>
              <a:t>Different charts may be used, and attributes utilized. </a:t>
            </a:r>
          </a:p>
          <a:p>
            <a:pPr marL="796925" lvl="1" indent="-457200">
              <a:buFont typeface="Arial" panose="020B0604020202020204" pitchFamily="34" charset="0"/>
              <a:buChar char="•"/>
            </a:pPr>
            <a:r>
              <a:rPr lang="en-US" dirty="0"/>
              <a:t>Different combinations may be assembled. </a:t>
            </a:r>
          </a:p>
          <a:p>
            <a:pPr marL="457200" indent="-457200">
              <a:buFont typeface="Arial" panose="020B0604020202020204" pitchFamily="34" charset="0"/>
              <a:buChar char="•"/>
            </a:pPr>
            <a:r>
              <a:rPr lang="en-US" dirty="0"/>
              <a:t>Start: look at data, what useful info can we show.</a:t>
            </a:r>
          </a:p>
          <a:p>
            <a:pPr marL="796925" lvl="1" indent="-457200">
              <a:buFont typeface="Arial" panose="020B0604020202020204" pitchFamily="34" charset="0"/>
              <a:buChar char="•"/>
            </a:pPr>
            <a:r>
              <a:rPr lang="en-US" dirty="0"/>
              <a:t>Then: what values are needed, what chart type to try. </a:t>
            </a:r>
          </a:p>
        </p:txBody>
      </p:sp>
      <p:pic>
        <p:nvPicPr>
          <p:cNvPr id="7" name="Picture Placeholder 6">
            <a:extLst>
              <a:ext uri="{FF2B5EF4-FFF2-40B4-BE49-F238E27FC236}">
                <a16:creationId xmlns:a16="http://schemas.microsoft.com/office/drawing/2014/main" id="{B1CD411F-F4E5-3758-C0BF-A8EA65316B89}"/>
              </a:ext>
            </a:extLst>
          </p:cNvPr>
          <p:cNvPicPr>
            <a:picLocks noGrp="1" noChangeAspect="1"/>
          </p:cNvPicPr>
          <p:nvPr>
            <p:ph type="pic" sz="quarter" idx="10"/>
          </p:nvPr>
        </p:nvPicPr>
        <p:blipFill>
          <a:blip r:embed="rId2"/>
          <a:srcRect l="7164" r="7164"/>
          <a:stretch>
            <a:fillRect/>
          </a:stretch>
        </p:blipFill>
        <p:spPr>
          <a:xfrm>
            <a:off x="203871" y="1560715"/>
            <a:ext cx="5155829" cy="4631778"/>
          </a:xfrm>
          <a:prstGeom prst="rect">
            <a:avLst/>
          </a:prstGeom>
        </p:spPr>
      </p:pic>
      <p:sp>
        <p:nvSpPr>
          <p:cNvPr id="4" name="Text Placeholder 3">
            <a:extLst>
              <a:ext uri="{FF2B5EF4-FFF2-40B4-BE49-F238E27FC236}">
                <a16:creationId xmlns:a16="http://schemas.microsoft.com/office/drawing/2014/main" id="{61FD1318-BFE7-4B18-B6E6-8F91F10ED4E9}"/>
              </a:ext>
            </a:extLst>
          </p:cNvPr>
          <p:cNvSpPr>
            <a:spLocks noGrp="1"/>
          </p:cNvSpPr>
          <p:nvPr>
            <p:ph type="body" sz="quarter" idx="12"/>
          </p:nvPr>
        </p:nvSpPr>
        <p:spPr>
          <a:prstGeom prst="rect">
            <a:avLst/>
          </a:prstGeom>
        </p:spPr>
        <p:txBody>
          <a:bodyPr/>
          <a:lstStyle/>
          <a:p>
            <a:r>
              <a:rPr lang="en-US" dirty="0"/>
              <a:t>Let’s do it!</a:t>
            </a:r>
          </a:p>
        </p:txBody>
      </p:sp>
    </p:spTree>
    <p:extLst>
      <p:ext uri="{BB962C8B-B14F-4D97-AF65-F5344CB8AC3E}">
        <p14:creationId xmlns:p14="http://schemas.microsoft.com/office/powerpoint/2010/main" val="1409810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53BECA-A6EF-CEC9-D286-CBC7A18BF1C4}"/>
              </a:ext>
            </a:extLst>
          </p:cNvPr>
          <p:cNvSpPr>
            <a:spLocks noGrp="1"/>
          </p:cNvSpPr>
          <p:nvPr>
            <p:ph idx="13"/>
          </p:nvPr>
        </p:nvSpPr>
        <p:spPr>
          <a:xfrm>
            <a:off x="1877786" y="1887751"/>
            <a:ext cx="12752614" cy="4715137"/>
          </a:xfrm>
        </p:spPr>
        <p:txBody>
          <a:bodyPr/>
          <a:lstStyle/>
          <a:p>
            <a:pPr marL="457200" indent="-457200">
              <a:buFont typeface="Arial" panose="020B0604020202020204" pitchFamily="34" charset="0"/>
              <a:buChar char="•"/>
            </a:pPr>
            <a:r>
              <a:rPr lang="en-US" dirty="0"/>
              <a:t>Tableau has many, many things that it </a:t>
            </a:r>
            <a:r>
              <a:rPr lang="en-US" i="1" dirty="0"/>
              <a:t>can</a:t>
            </a:r>
            <a:r>
              <a:rPr lang="en-US" dirty="0"/>
              <a:t> do.</a:t>
            </a:r>
          </a:p>
          <a:p>
            <a:pPr marL="796925" lvl="1" indent="-457200">
              <a:buFont typeface="Arial" panose="020B0604020202020204" pitchFamily="34" charset="0"/>
              <a:buChar char="•"/>
            </a:pPr>
            <a:r>
              <a:rPr lang="en-US" dirty="0"/>
              <a:t>Way more possibilities than we can memorize, it is open ended. </a:t>
            </a:r>
          </a:p>
          <a:p>
            <a:pPr marL="457200" indent="-457200">
              <a:buFont typeface="Arial" panose="020B0604020202020204" pitchFamily="34" charset="0"/>
              <a:buChar char="•"/>
            </a:pPr>
            <a:r>
              <a:rPr lang="en-US" dirty="0"/>
              <a:t>All of you will do different visualizations that need different skills.</a:t>
            </a:r>
          </a:p>
          <a:p>
            <a:pPr marL="457200" indent="-457200">
              <a:buFont typeface="Arial" panose="020B0604020202020204" pitchFamily="34" charset="0"/>
              <a:buChar char="•"/>
            </a:pPr>
            <a:r>
              <a:rPr lang="en-US" dirty="0"/>
              <a:t>We want to get to a point where we can pick up skills as we need them.</a:t>
            </a:r>
          </a:p>
          <a:p>
            <a:pPr marL="796925" lvl="1" indent="-457200">
              <a:buFont typeface="Arial" panose="020B0604020202020204" pitchFamily="34" charset="0"/>
              <a:buChar char="•"/>
            </a:pPr>
            <a:r>
              <a:rPr lang="en-US" dirty="0"/>
              <a:t>E.g. I need to make this map look like </a:t>
            </a:r>
            <a:r>
              <a:rPr lang="en-US" i="1" dirty="0"/>
              <a:t>that</a:t>
            </a:r>
            <a:r>
              <a:rPr lang="en-US" dirty="0"/>
              <a:t>, how can I do it? </a:t>
            </a:r>
          </a:p>
          <a:p>
            <a:pPr marL="457200" indent="-457200">
              <a:buFont typeface="Arial" panose="020B0604020202020204" pitchFamily="34" charset="0"/>
              <a:buChar char="•"/>
            </a:pPr>
            <a:r>
              <a:rPr lang="en-US" dirty="0"/>
              <a:t>You want to take the same approach:</a:t>
            </a:r>
          </a:p>
          <a:p>
            <a:pPr marL="796925" lvl="1" indent="-457200">
              <a:buFont typeface="Arial" panose="020B0604020202020204" pitchFamily="34" charset="0"/>
              <a:buChar char="•"/>
            </a:pPr>
            <a:r>
              <a:rPr lang="en-US" dirty="0"/>
              <a:t>What you want to communicate will dictate how it should look/work.</a:t>
            </a:r>
          </a:p>
          <a:p>
            <a:pPr marL="796925" lvl="1" indent="-457200">
              <a:buFont typeface="Arial" panose="020B0604020202020204" pitchFamily="34" charset="0"/>
              <a:buChar char="•"/>
            </a:pPr>
            <a:r>
              <a:rPr lang="en-US" dirty="0"/>
              <a:t>If you want something that you don’t know how to do, research it. </a:t>
            </a:r>
          </a:p>
          <a:p>
            <a:pPr marL="796925" lvl="1" indent="-457200">
              <a:buFont typeface="Arial" panose="020B0604020202020204" pitchFamily="34" charset="0"/>
              <a:buChar char="•"/>
            </a:pPr>
            <a:r>
              <a:rPr lang="en-US" dirty="0"/>
              <a:t>Most things are relatively simple, some may be hard and require pre-req skills. </a:t>
            </a:r>
          </a:p>
          <a:p>
            <a:pPr marL="457200" indent="-457200">
              <a:buFont typeface="Arial" panose="020B0604020202020204" pitchFamily="34" charset="0"/>
              <a:buChar char="•"/>
            </a:pPr>
            <a:r>
              <a:rPr lang="en-US" dirty="0"/>
              <a:t>We’ll encounter a few today, and practice looking up solutions. </a:t>
            </a:r>
          </a:p>
        </p:txBody>
      </p:sp>
      <p:sp>
        <p:nvSpPr>
          <p:cNvPr id="3" name="Picture Placeholder 2">
            <a:extLst>
              <a:ext uri="{FF2B5EF4-FFF2-40B4-BE49-F238E27FC236}">
                <a16:creationId xmlns:a16="http://schemas.microsoft.com/office/drawing/2014/main" id="{25F357E9-ACEC-A558-D7A6-267F6AF9508B}"/>
              </a:ext>
            </a:extLst>
          </p:cNvPr>
          <p:cNvSpPr>
            <a:spLocks noGrp="1"/>
          </p:cNvSpPr>
          <p:nvPr>
            <p:ph type="pic" sz="quarter" idx="10"/>
          </p:nvPr>
        </p:nvSpPr>
        <p:spPr>
          <a:xfrm>
            <a:off x="704476" y="1869074"/>
            <a:ext cx="1173310" cy="5407933"/>
          </a:xfrm>
        </p:spPr>
        <p:txBody>
          <a:bodyPr/>
          <a:lstStyle/>
          <a:p>
            <a:endParaRPr lang="en-US"/>
          </a:p>
        </p:txBody>
      </p:sp>
      <p:sp>
        <p:nvSpPr>
          <p:cNvPr id="4" name="Text Placeholder 3">
            <a:extLst>
              <a:ext uri="{FF2B5EF4-FFF2-40B4-BE49-F238E27FC236}">
                <a16:creationId xmlns:a16="http://schemas.microsoft.com/office/drawing/2014/main" id="{C102289A-C3AF-AFEC-F86A-19D2191AAFC5}"/>
              </a:ext>
            </a:extLst>
          </p:cNvPr>
          <p:cNvSpPr>
            <a:spLocks noGrp="1"/>
          </p:cNvSpPr>
          <p:nvPr>
            <p:ph type="body" sz="quarter" idx="12"/>
          </p:nvPr>
        </p:nvSpPr>
        <p:spPr/>
        <p:txBody>
          <a:bodyPr/>
          <a:lstStyle/>
          <a:p>
            <a:r>
              <a:rPr lang="en-US" dirty="0"/>
              <a:t>Learning Stuff Along the Way</a:t>
            </a:r>
          </a:p>
        </p:txBody>
      </p:sp>
    </p:spTree>
    <p:extLst>
      <p:ext uri="{BB962C8B-B14F-4D97-AF65-F5344CB8AC3E}">
        <p14:creationId xmlns:p14="http://schemas.microsoft.com/office/powerpoint/2010/main" val="296909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wrap="square" lIns="0" tIns="0" rIns="0" bIns="0" anchor="t">
            <a:spAutoFit/>
          </a:bodyPr>
          <a:lstStyle/>
          <a:p>
            <a:r>
              <a:rPr lang="en-US">
                <a:solidFill>
                  <a:srgbClr val="4C4C4C"/>
                </a:solidFill>
                <a:ea typeface="ＭＳ Ｐゴシック"/>
              </a:rPr>
              <a:t>Redesign Activity</a:t>
            </a:r>
            <a:endParaRPr lang="en-US">
              <a:ea typeface="ＭＳ Ｐゴシック"/>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Content Placeholder 7" descr="A screenshot of a social media post&#10;&#10;Description automatically generated">
            <a:extLst>
              <a:ext uri="{FF2B5EF4-FFF2-40B4-BE49-F238E27FC236}">
                <a16:creationId xmlns:a16="http://schemas.microsoft.com/office/drawing/2014/main" id="{8739875F-8C9A-40E5-B2A9-7202C3FD152D}"/>
              </a:ext>
            </a:extLst>
          </p:cNvPr>
          <p:cNvPicPr>
            <a:picLocks noGrp="1" noChangeAspect="1"/>
          </p:cNvPicPr>
          <p:nvPr>
            <p:ph idx="14"/>
          </p:nvPr>
        </p:nvPicPr>
        <p:blipFill>
          <a:blip r:embed="rId4" cstate="email">
            <a:extLst>
              <a:ext uri="{28A0092B-C50C-407E-A947-70E740481C1C}">
                <a14:useLocalDpi xmlns:a14="http://schemas.microsoft.com/office/drawing/2010/main" val="0"/>
              </a:ext>
            </a:extLst>
          </a:blip>
          <a:stretch>
            <a:fillRect/>
          </a:stretch>
        </p:blipFill>
        <p:spPr>
          <a:xfrm>
            <a:off x="5089783" y="1115168"/>
            <a:ext cx="8448127" cy="5836771"/>
          </a:xfrm>
          <a:effectLst>
            <a:outerShdw blurRad="63500" sx="102000" sy="102000" algn="ctr" rotWithShape="0">
              <a:prstClr val="black">
                <a:alpha val="40000"/>
              </a:prstClr>
            </a:outerShdw>
          </a:effectLst>
        </p:spPr>
      </p:pic>
      <p:sp>
        <p:nvSpPr>
          <p:cNvPr id="11" name="Text Placeholder 10">
            <a:extLst>
              <a:ext uri="{FF2B5EF4-FFF2-40B4-BE49-F238E27FC236}">
                <a16:creationId xmlns:a16="http://schemas.microsoft.com/office/drawing/2014/main" id="{A258B49E-B815-43EA-BC90-6044DAF0BF84}"/>
              </a:ext>
            </a:extLst>
          </p:cNvPr>
          <p:cNvSpPr>
            <a:spLocks noGrp="1"/>
          </p:cNvSpPr>
          <p:nvPr>
            <p:ph type="body" sz="quarter" idx="12"/>
          </p:nvPr>
        </p:nvSpPr>
        <p:spPr>
          <a:xfrm>
            <a:off x="680653" y="298608"/>
            <a:ext cx="13269093" cy="577081"/>
          </a:xfrm>
        </p:spPr>
        <p:txBody>
          <a:bodyPr/>
          <a:lstStyle/>
          <a:p>
            <a:r>
              <a:rPr lang="en-US"/>
              <a:t>How would you redesign?</a:t>
            </a:r>
          </a:p>
        </p:txBody>
      </p:sp>
      <p:sp>
        <p:nvSpPr>
          <p:cNvPr id="12" name="Content Placeholder 2">
            <a:extLst>
              <a:ext uri="{FF2B5EF4-FFF2-40B4-BE49-F238E27FC236}">
                <a16:creationId xmlns:a16="http://schemas.microsoft.com/office/drawing/2014/main" id="{0C16DC3E-EA19-4334-BB35-EF322156B037}"/>
              </a:ext>
            </a:extLst>
          </p:cNvPr>
          <p:cNvSpPr txBox="1">
            <a:spLocks/>
          </p:cNvSpPr>
          <p:nvPr/>
        </p:nvSpPr>
        <p:spPr>
          <a:xfrm>
            <a:off x="695643" y="1115168"/>
            <a:ext cx="3861368" cy="1107996"/>
          </a:xfrm>
          <a:prstGeom prst="rect">
            <a:avLst/>
          </a:prstGeom>
        </p:spPr>
        <p:txBody>
          <a:bodyPr wrap="square" lIns="0" tIns="0" rIns="0" bIns="0" numCol="1" spcCol="365760">
            <a:spAutoFit/>
          </a:bodyPr>
          <a:lstStyle>
            <a:lvl1pPr marL="6350" indent="274320" algn="l" defTabSz="1304925" rtl="0" eaLnBrk="1" fontAlgn="base" hangingPunct="1">
              <a:spcBef>
                <a:spcPts val="0"/>
              </a:spcBef>
              <a:spcAft>
                <a:spcPts val="600"/>
              </a:spcAft>
              <a:buSzPct val="100000"/>
              <a:buFont typeface="Arial"/>
              <a:buChar char="•"/>
              <a:tabLst/>
              <a:defRPr sz="2800" kern="1200" baseline="0">
                <a:solidFill>
                  <a:srgbClr val="4C4C4C"/>
                </a:solidFill>
                <a:latin typeface="Merriweather Light"/>
                <a:ea typeface="ＭＳ Ｐゴシック" charset="0"/>
                <a:cs typeface="Merriweather Light"/>
              </a:defRPr>
            </a:lvl1pPr>
            <a:lvl2pPr marL="288925" indent="273050" algn="l" defTabSz="1304925" rtl="0" eaLnBrk="1" fontAlgn="base" hangingPunct="1">
              <a:spcBef>
                <a:spcPts val="0"/>
              </a:spcBef>
              <a:spcAft>
                <a:spcPts val="600"/>
              </a:spcAft>
              <a:buSzPct val="100000"/>
              <a:buFont typeface="Arial"/>
              <a:buChar char="•"/>
              <a:defRPr sz="2400" kern="1200" baseline="0">
                <a:solidFill>
                  <a:schemeClr val="accent5"/>
                </a:solidFill>
                <a:latin typeface="Merriweather Light"/>
                <a:ea typeface="ＭＳ Ｐゴシック" charset="0"/>
                <a:cs typeface="Merriweather Light"/>
              </a:defRPr>
            </a:lvl2pPr>
            <a:lvl3pPr marL="512763" indent="273050" algn="l" defTabSz="1304925" rtl="0" eaLnBrk="1" fontAlgn="base" hangingPunct="1">
              <a:spcBef>
                <a:spcPts val="0"/>
              </a:spcBef>
              <a:spcAft>
                <a:spcPts val="600"/>
              </a:spcAft>
              <a:buSzPct val="100000"/>
              <a:buFont typeface="Arial"/>
              <a:buChar char="•"/>
              <a:defRPr sz="2100" kern="1200" baseline="0">
                <a:solidFill>
                  <a:schemeClr val="accent5"/>
                </a:solidFill>
                <a:latin typeface="+mn-lt"/>
                <a:ea typeface="ＭＳ Ｐゴシック" charset="0"/>
                <a:cs typeface="+mn-cs"/>
              </a:defRPr>
            </a:lvl3pPr>
            <a:lvl4pPr marL="1027114" indent="-285750" algn="l" defTabSz="1304925" rtl="0" eaLnBrk="1" fontAlgn="base" hangingPunct="1">
              <a:spcBef>
                <a:spcPts val="0"/>
              </a:spcBef>
              <a:spcAft>
                <a:spcPts val="600"/>
              </a:spcAft>
              <a:buSzPct val="100000"/>
              <a:buFont typeface="Arial"/>
              <a:buChar char="•"/>
              <a:defRPr sz="1800" kern="1200" baseline="0">
                <a:solidFill>
                  <a:schemeClr val="accent5"/>
                </a:solidFill>
                <a:latin typeface="+mn-lt"/>
                <a:ea typeface="ＭＳ Ｐゴシック" charset="0"/>
                <a:cs typeface="+mn-cs"/>
              </a:defRPr>
            </a:lvl4pPr>
            <a:lvl5pPr marL="2406650" indent="-342901" algn="l" defTabSz="1304925" rtl="0" eaLnBrk="1" fontAlgn="base" hangingPunct="1">
              <a:spcBef>
                <a:spcPct val="20000"/>
              </a:spcBef>
              <a:spcAft>
                <a:spcPct val="0"/>
              </a:spcAft>
              <a:buSzPct val="100000"/>
              <a:buFont typeface="+mj-lt"/>
              <a:buAutoNum type="arabicPeriod"/>
              <a:defRPr sz="1600" kern="1200">
                <a:solidFill>
                  <a:schemeClr val="accent5"/>
                </a:solidFill>
                <a:latin typeface="+mn-lt"/>
                <a:ea typeface="ＭＳ Ｐゴシック" charset="0"/>
                <a:cs typeface="+mn-cs"/>
              </a:defRPr>
            </a:lvl5pPr>
            <a:lvl6pPr marL="359210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6pPr>
            <a:lvl7pPr marL="424521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7pPr>
            <a:lvl8pPr marL="489832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8pPr>
            <a:lvl9pPr marL="5551437"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9pPr>
          </a:lstStyle>
          <a:p>
            <a:pPr marL="0" lvl="0" indent="0">
              <a:spcBef>
                <a:spcPct val="30000"/>
              </a:spcBef>
              <a:spcAft>
                <a:spcPct val="0"/>
              </a:spcAft>
              <a:buSzTx/>
              <a:buNone/>
              <a:defRPr/>
            </a:pPr>
            <a:r>
              <a:rPr lang="en-US" sz="2400">
                <a:hlinkClick r:id="rId5"/>
              </a:rPr>
              <a:t>https://howmuch.net/articles/wind-power-in-the-united-states-2018</a:t>
            </a:r>
            <a:endParaRPr lang="en-US" sz="2400"/>
          </a:p>
        </p:txBody>
      </p:sp>
    </p:spTree>
    <p:custDataLst>
      <p:tags r:id="rId1"/>
    </p:custDataLst>
    <p:extLst>
      <p:ext uri="{BB962C8B-B14F-4D97-AF65-F5344CB8AC3E}">
        <p14:creationId xmlns:p14="http://schemas.microsoft.com/office/powerpoint/2010/main" val="400243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 Placeholder 1"/>
          <p:cNvSpPr>
            <a:spLocks noGrp="1"/>
          </p:cNvSpPr>
          <p:nvPr>
            <p:ph type="body" sz="quarter" idx="12"/>
          </p:nvPr>
        </p:nvSpPr>
        <p:spPr>
          <a:xfrm>
            <a:off x="710057" y="598699"/>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Follow </a:t>
            </a:r>
            <a:r>
              <a:rPr lang="en-US" err="1">
                <a:ea typeface="+mn-ea"/>
              </a:rPr>
              <a:t>Knaflic’s</a:t>
            </a:r>
            <a:r>
              <a:rPr lang="en-US">
                <a:ea typeface="+mn-ea"/>
              </a:rPr>
              <a:t> storytelling process</a:t>
            </a:r>
          </a:p>
        </p:txBody>
      </p:sp>
      <p:pic>
        <p:nvPicPr>
          <p:cNvPr id="7" name="Content Placeholder 7" descr="A screenshot of a social media post&#10;&#10;Description automatically generated">
            <a:extLst>
              <a:ext uri="{FF2B5EF4-FFF2-40B4-BE49-F238E27FC236}">
                <a16:creationId xmlns:a16="http://schemas.microsoft.com/office/drawing/2014/main" id="{0A61A05F-75D4-4F95-B5FC-658B7DB98C8E}"/>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5441308" y="1343789"/>
            <a:ext cx="8347262" cy="5767084"/>
          </a:xfrm>
          <a:prstGeom prst="rect">
            <a:avLst/>
          </a:prstGeom>
          <a:effectLst>
            <a:outerShdw blurRad="63500" sx="102000" sy="102000" algn="ctr" rotWithShape="0">
              <a:prstClr val="black">
                <a:alpha val="40000"/>
              </a:prstClr>
            </a:outerShdw>
          </a:effectLst>
        </p:spPr>
      </p:pic>
      <p:sp>
        <p:nvSpPr>
          <p:cNvPr id="8" name="Content Placeholder 3">
            <a:extLst>
              <a:ext uri="{FF2B5EF4-FFF2-40B4-BE49-F238E27FC236}">
                <a16:creationId xmlns:a16="http://schemas.microsoft.com/office/drawing/2014/main" id="{694D849B-5159-49EA-94EA-B8301DC2EF34}"/>
              </a:ext>
            </a:extLst>
          </p:cNvPr>
          <p:cNvSpPr txBox="1">
            <a:spLocks/>
          </p:cNvSpPr>
          <p:nvPr/>
        </p:nvSpPr>
        <p:spPr>
          <a:xfrm>
            <a:off x="704476" y="2561171"/>
            <a:ext cx="4736832" cy="2970044"/>
          </a:xfrm>
          <a:prstGeom prst="rect">
            <a:avLst/>
          </a:prstGeom>
        </p:spPr>
        <p:txBody>
          <a:bodyPr wrap="square" lIns="0" tIns="0" rIns="0" bIns="0" numCol="1" spcCol="365760">
            <a:spAutoFit/>
          </a:bodyPr>
          <a:lstStyle>
            <a:lvl1pPr marL="6350" indent="274320" algn="l" defTabSz="1304925" rtl="0" eaLnBrk="1" fontAlgn="base" hangingPunct="1">
              <a:spcBef>
                <a:spcPts val="0"/>
              </a:spcBef>
              <a:spcAft>
                <a:spcPts val="600"/>
              </a:spcAft>
              <a:buSzPct val="100000"/>
              <a:buFont typeface="Arial"/>
              <a:buChar char="•"/>
              <a:tabLst/>
              <a:defRPr sz="2800" kern="1200" baseline="0">
                <a:solidFill>
                  <a:srgbClr val="4C4C4C"/>
                </a:solidFill>
                <a:latin typeface="Merriweather Light"/>
                <a:ea typeface="ＭＳ Ｐゴシック" charset="0"/>
                <a:cs typeface="Merriweather Light"/>
              </a:defRPr>
            </a:lvl1pPr>
            <a:lvl2pPr marL="288925" indent="273050" algn="l" defTabSz="1304925" rtl="0" eaLnBrk="1" fontAlgn="base" hangingPunct="1">
              <a:spcBef>
                <a:spcPts val="0"/>
              </a:spcBef>
              <a:spcAft>
                <a:spcPts val="600"/>
              </a:spcAft>
              <a:buSzPct val="100000"/>
              <a:buFont typeface="Arial"/>
              <a:buChar char="•"/>
              <a:defRPr sz="2400" kern="1200" baseline="0">
                <a:solidFill>
                  <a:schemeClr val="accent5"/>
                </a:solidFill>
                <a:latin typeface="Merriweather Light"/>
                <a:ea typeface="ＭＳ Ｐゴシック" charset="0"/>
                <a:cs typeface="Merriweather Light"/>
              </a:defRPr>
            </a:lvl2pPr>
            <a:lvl3pPr marL="512763" indent="273050" algn="l" defTabSz="1304925" rtl="0" eaLnBrk="1" fontAlgn="base" hangingPunct="1">
              <a:spcBef>
                <a:spcPts val="0"/>
              </a:spcBef>
              <a:spcAft>
                <a:spcPts val="600"/>
              </a:spcAft>
              <a:buSzPct val="100000"/>
              <a:buFont typeface="Arial"/>
              <a:buChar char="•"/>
              <a:defRPr sz="2100" kern="1200" baseline="0">
                <a:solidFill>
                  <a:schemeClr val="accent5"/>
                </a:solidFill>
                <a:latin typeface="+mn-lt"/>
                <a:ea typeface="ＭＳ Ｐゴシック" charset="0"/>
                <a:cs typeface="+mn-cs"/>
              </a:defRPr>
            </a:lvl3pPr>
            <a:lvl4pPr marL="1027114" indent="-285750" algn="l" defTabSz="1304925" rtl="0" eaLnBrk="1" fontAlgn="base" hangingPunct="1">
              <a:spcBef>
                <a:spcPts val="0"/>
              </a:spcBef>
              <a:spcAft>
                <a:spcPts val="600"/>
              </a:spcAft>
              <a:buSzPct val="100000"/>
              <a:buFont typeface="Arial"/>
              <a:buChar char="•"/>
              <a:defRPr sz="1800" kern="1200" baseline="0">
                <a:solidFill>
                  <a:schemeClr val="accent5"/>
                </a:solidFill>
                <a:latin typeface="+mn-lt"/>
                <a:ea typeface="ＭＳ Ｐゴシック" charset="0"/>
                <a:cs typeface="+mn-cs"/>
              </a:defRPr>
            </a:lvl4pPr>
            <a:lvl5pPr marL="2406650" indent="-342901" algn="l" defTabSz="1304925" rtl="0" eaLnBrk="1" fontAlgn="base" hangingPunct="1">
              <a:spcBef>
                <a:spcPct val="20000"/>
              </a:spcBef>
              <a:spcAft>
                <a:spcPct val="0"/>
              </a:spcAft>
              <a:buSzPct val="100000"/>
              <a:buFont typeface="+mj-lt"/>
              <a:buAutoNum type="arabicPeriod"/>
              <a:defRPr sz="1600" kern="1200">
                <a:solidFill>
                  <a:schemeClr val="accent5"/>
                </a:solidFill>
                <a:latin typeface="+mn-lt"/>
                <a:ea typeface="ＭＳ Ｐゴシック" charset="0"/>
                <a:cs typeface="+mn-cs"/>
              </a:defRPr>
            </a:lvl5pPr>
            <a:lvl6pPr marL="359210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6pPr>
            <a:lvl7pPr marL="424521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7pPr>
            <a:lvl8pPr marL="489832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8pPr>
            <a:lvl9pPr marL="5551437"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9pPr>
          </a:lstStyle>
          <a:p>
            <a:pPr marL="457200" indent="-457200" defTabSz="1306221" fontAlgn="auto">
              <a:defRPr/>
            </a:pPr>
            <a:r>
              <a:rPr lang="en-US">
                <a:ea typeface="+mn-ea"/>
              </a:rPr>
              <a:t>Context</a:t>
            </a:r>
          </a:p>
          <a:p>
            <a:pPr marL="457200" indent="-457200" defTabSz="1306221" fontAlgn="auto">
              <a:defRPr/>
            </a:pPr>
            <a:r>
              <a:rPr lang="en-US">
                <a:ea typeface="+mn-ea"/>
              </a:rPr>
              <a:t>Appropriate Display</a:t>
            </a:r>
          </a:p>
          <a:p>
            <a:pPr marL="457200" indent="-457200" defTabSz="1306221" fontAlgn="auto">
              <a:defRPr/>
            </a:pPr>
            <a:r>
              <a:rPr lang="en-US">
                <a:ea typeface="+mn-ea"/>
              </a:rPr>
              <a:t>Eliminate Clutter</a:t>
            </a:r>
          </a:p>
          <a:p>
            <a:pPr marL="457200" indent="-457200" defTabSz="1306221" fontAlgn="auto">
              <a:defRPr/>
            </a:pPr>
            <a:r>
              <a:rPr lang="en-US">
                <a:ea typeface="+mn-ea"/>
              </a:rPr>
              <a:t>Draw Attention</a:t>
            </a:r>
          </a:p>
          <a:p>
            <a:pPr marL="457200" indent="-457200" defTabSz="1306221" fontAlgn="auto">
              <a:defRPr/>
            </a:pPr>
            <a:r>
              <a:rPr lang="en-US">
                <a:ea typeface="+mn-ea"/>
              </a:rPr>
              <a:t>Design</a:t>
            </a:r>
          </a:p>
          <a:p>
            <a:pPr marL="457200" indent="-457200" defTabSz="1306221" fontAlgn="auto">
              <a:defRPr/>
            </a:pPr>
            <a:r>
              <a:rPr lang="en-US">
                <a:ea typeface="+mn-ea"/>
              </a:rPr>
              <a:t>Story</a:t>
            </a:r>
          </a:p>
        </p:txBody>
      </p:sp>
    </p:spTree>
    <p:custDataLst>
      <p:tags r:id="rId1"/>
    </p:custDataLst>
    <p:extLst>
      <p:ext uri="{BB962C8B-B14F-4D97-AF65-F5344CB8AC3E}">
        <p14:creationId xmlns:p14="http://schemas.microsoft.com/office/powerpoint/2010/main" val="2016909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 Placeholder 1"/>
          <p:cNvSpPr>
            <a:spLocks noGrp="1"/>
          </p:cNvSpPr>
          <p:nvPr>
            <p:ph type="body" sz="quarter" idx="12"/>
          </p:nvPr>
        </p:nvSpPr>
        <p:spPr>
          <a:xfrm>
            <a:off x="710057" y="598699"/>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Makeover</a:t>
            </a:r>
          </a:p>
        </p:txBody>
      </p:sp>
      <p:pic>
        <p:nvPicPr>
          <p:cNvPr id="6" name="Picture 5" descr="A screenshot of a cell phone&#10;&#10;Description automatically generated">
            <a:extLst>
              <a:ext uri="{FF2B5EF4-FFF2-40B4-BE49-F238E27FC236}">
                <a16:creationId xmlns:a16="http://schemas.microsoft.com/office/drawing/2014/main" id="{316C72FC-4047-4AA2-9DAB-5FAEB5869D53}"/>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437087" y="598699"/>
            <a:ext cx="6610663" cy="6458304"/>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38753491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 Placeholder 1"/>
          <p:cNvSpPr>
            <a:spLocks noGrp="1"/>
          </p:cNvSpPr>
          <p:nvPr>
            <p:ph type="body" sz="quarter" idx="12"/>
          </p:nvPr>
        </p:nvSpPr>
        <p:spPr>
          <a:xfrm>
            <a:off x="231085" y="310158"/>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Redesign</a:t>
            </a:r>
          </a:p>
        </p:txBody>
      </p:sp>
      <p:pic>
        <p:nvPicPr>
          <p:cNvPr id="3" name="Picture 2" descr="A screenshot of a cell phone&#10;&#10;Description automatically generated">
            <a:extLst>
              <a:ext uri="{FF2B5EF4-FFF2-40B4-BE49-F238E27FC236}">
                <a16:creationId xmlns:a16="http://schemas.microsoft.com/office/drawing/2014/main" id="{00C2226D-B139-481E-839A-5768C1EFA113}"/>
              </a:ext>
            </a:extLst>
          </p:cNvPr>
          <p:cNvPicPr>
            <a:picLocks noChangeAspect="1"/>
          </p:cNvPicPr>
          <p:nvPr/>
        </p:nvPicPr>
        <p:blipFill rotWithShape="1">
          <a:blip r:embed="rId4" cstate="email">
            <a:extLst>
              <a:ext uri="{28A0092B-C50C-407E-A947-70E740481C1C}">
                <a14:useLocalDpi xmlns:a14="http://schemas.microsoft.com/office/drawing/2010/main" val="0"/>
              </a:ext>
            </a:extLst>
          </a:blip>
          <a:srcRect l="2728" t="3478" r="4152" b="4348"/>
          <a:stretch/>
        </p:blipFill>
        <p:spPr>
          <a:xfrm>
            <a:off x="3207895" y="436233"/>
            <a:ext cx="9634354" cy="6506591"/>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42181874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 Placeholder 1"/>
          <p:cNvSpPr>
            <a:spLocks noGrp="1"/>
          </p:cNvSpPr>
          <p:nvPr>
            <p:ph type="body" sz="quarter" idx="12"/>
          </p:nvPr>
        </p:nvSpPr>
        <p:spPr>
          <a:xfrm>
            <a:off x="231085" y="310158"/>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Redesign</a:t>
            </a:r>
          </a:p>
        </p:txBody>
      </p:sp>
      <p:pic>
        <p:nvPicPr>
          <p:cNvPr id="6" name="Picture 5" descr="A close up of a map&#10;&#10;Description automatically generated">
            <a:extLst>
              <a:ext uri="{FF2B5EF4-FFF2-40B4-BE49-F238E27FC236}">
                <a16:creationId xmlns:a16="http://schemas.microsoft.com/office/drawing/2014/main" id="{FCD1CE2F-930A-4F6F-8808-1C77659B44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16393" y="362719"/>
            <a:ext cx="8890531" cy="6682657"/>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1872887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 Placeholder 1"/>
          <p:cNvSpPr>
            <a:spLocks noGrp="1"/>
          </p:cNvSpPr>
          <p:nvPr>
            <p:ph type="body" sz="quarter" idx="12"/>
          </p:nvPr>
        </p:nvSpPr>
        <p:spPr>
          <a:xfrm>
            <a:off x="231085" y="310158"/>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Redesign</a:t>
            </a:r>
          </a:p>
        </p:txBody>
      </p:sp>
      <p:pic>
        <p:nvPicPr>
          <p:cNvPr id="3" name="Picture 2" descr="A screenshot of a social media post&#10;&#10;Description automatically generated">
            <a:extLst>
              <a:ext uri="{FF2B5EF4-FFF2-40B4-BE49-F238E27FC236}">
                <a16:creationId xmlns:a16="http://schemas.microsoft.com/office/drawing/2014/main" id="{2ED2DDE7-EAF1-4365-A687-E6DB285EAF2E}"/>
              </a:ext>
            </a:extLst>
          </p:cNvPr>
          <p:cNvPicPr>
            <a:picLocks noChangeAspect="1"/>
          </p:cNvPicPr>
          <p:nvPr/>
        </p:nvPicPr>
        <p:blipFill rotWithShape="1">
          <a:blip r:embed="rId4" cstate="email">
            <a:extLst>
              <a:ext uri="{28A0092B-C50C-407E-A947-70E740481C1C}">
                <a14:useLocalDpi xmlns:a14="http://schemas.microsoft.com/office/drawing/2010/main" val="0"/>
              </a:ext>
            </a:extLst>
          </a:blip>
          <a:srcRect t="19443" r="25597" b="21571"/>
          <a:stretch/>
        </p:blipFill>
        <p:spPr>
          <a:xfrm>
            <a:off x="2125500" y="887239"/>
            <a:ext cx="10379400" cy="6239754"/>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1524144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8296951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PT_Corporate_Template_BentonSans_16.9_c">
  <a:themeElements>
    <a:clrScheme name="Custom 8">
      <a:dk1>
        <a:srgbClr val="666666"/>
      </a:dk1>
      <a:lt1>
        <a:sysClr val="window" lastClr="FFFFFF"/>
      </a:lt1>
      <a:dk2>
        <a:srgbClr val="5B6591"/>
      </a:dk2>
      <a:lt2>
        <a:srgbClr val="FFFFFF"/>
      </a:lt2>
      <a:accent1>
        <a:srgbClr val="1F447D"/>
      </a:accent1>
      <a:accent2>
        <a:srgbClr val="E8762C"/>
      </a:accent2>
      <a:accent3>
        <a:srgbClr val="7099A6"/>
      </a:accent3>
      <a:accent4>
        <a:srgbClr val="59879B"/>
      </a:accent4>
      <a:accent5>
        <a:srgbClr val="4C4C4C"/>
      </a:accent5>
      <a:accent6>
        <a:srgbClr val="C72035"/>
      </a:accent6>
      <a:hlink>
        <a:srgbClr val="EB912C"/>
      </a:hlink>
      <a:folHlink>
        <a:srgbClr val="969696"/>
      </a:folHlink>
    </a:clrScheme>
    <a:fontScheme name="Tableau Corporate Fonts">
      <a:majorFont>
        <a:latin typeface="BentonSans Book"/>
        <a:ea typeface=""/>
        <a:cs typeface=""/>
      </a:majorFont>
      <a:minorFont>
        <a:latin typeface="Merriweather 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60000"/>
            <a:lumOff val="4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cmpd="sng">
          <a:solidFill>
            <a:schemeClr val="bg1">
              <a:lumMod val="75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_Corporate_Template_BentonSans_16.9_c">
  <a:themeElements>
    <a:clrScheme name="Custom 8">
      <a:dk1>
        <a:srgbClr val="666666"/>
      </a:dk1>
      <a:lt1>
        <a:sysClr val="window" lastClr="FFFFFF"/>
      </a:lt1>
      <a:dk2>
        <a:srgbClr val="5B6591"/>
      </a:dk2>
      <a:lt2>
        <a:srgbClr val="FFFFFF"/>
      </a:lt2>
      <a:accent1>
        <a:srgbClr val="1F447D"/>
      </a:accent1>
      <a:accent2>
        <a:srgbClr val="E8762C"/>
      </a:accent2>
      <a:accent3>
        <a:srgbClr val="7099A6"/>
      </a:accent3>
      <a:accent4>
        <a:srgbClr val="59879B"/>
      </a:accent4>
      <a:accent5>
        <a:srgbClr val="4C4C4C"/>
      </a:accent5>
      <a:accent6>
        <a:srgbClr val="C72035"/>
      </a:accent6>
      <a:hlink>
        <a:srgbClr val="EB912C"/>
      </a:hlink>
      <a:folHlink>
        <a:srgbClr val="969696"/>
      </a:folHlink>
    </a:clrScheme>
    <a:fontScheme name="Tableau Corporate Fonts">
      <a:majorFont>
        <a:latin typeface="BentonSans Book"/>
        <a:ea typeface=""/>
        <a:cs typeface=""/>
      </a:majorFont>
      <a:minorFont>
        <a:latin typeface="Merriweather 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60000"/>
            <a:lumOff val="4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cmpd="sng">
          <a:solidFill>
            <a:schemeClr val="bg1">
              <a:lumMod val="75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PPT_Corporate_Template_BentonSans_16.9_c (1)</Template>
  <TotalTime>295</TotalTime>
  <Words>1914</Words>
  <Application>Microsoft Macintosh PowerPoint</Application>
  <PresentationFormat>Custom</PresentationFormat>
  <Paragraphs>223</Paragraphs>
  <Slides>29</Slides>
  <Notes>26</Notes>
  <HiddenSlides>10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29</vt:i4>
      </vt:variant>
    </vt:vector>
  </HeadingPairs>
  <TitlesOfParts>
    <vt:vector size="37" baseType="lpstr">
      <vt:lpstr>ＭＳ Ｐゴシック</vt:lpstr>
      <vt:lpstr>Arial</vt:lpstr>
      <vt:lpstr>BentonSans Book</vt:lpstr>
      <vt:lpstr>Gill Sans MT</vt:lpstr>
      <vt:lpstr>Merriweather Light</vt:lpstr>
      <vt:lpstr>PPT_Corporate_Template_BentonSans_16.9_c</vt:lpstr>
      <vt:lpstr>PPT_Corporate_Template_BentonSans_16.9_c</vt:lpstr>
      <vt:lpstr>Custom Design</vt:lpstr>
      <vt:lpstr>PowerPoint Presentation</vt:lpstr>
      <vt:lpstr>PowerPoint Presentation</vt:lpstr>
      <vt:lpstr>Florence Nightingale (1820-1910)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Re-Design!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Sue Kraemer</dc:creator>
  <cp:keywords/>
  <dc:description/>
  <cp:lastModifiedBy>Akeem Semper</cp:lastModifiedBy>
  <cp:revision>8</cp:revision>
  <cp:lastPrinted>2015-11-05T23:58:20Z</cp:lastPrinted>
  <dcterms:created xsi:type="dcterms:W3CDTF">2019-11-27T19:30:57Z</dcterms:created>
  <dcterms:modified xsi:type="dcterms:W3CDTF">2026-09-16T19:54:50Z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D49A7A4B-C8EC-476F-AFDF-60F88AAA1748</vt:lpwstr>
  </property>
  <property fmtid="{D5CDD505-2E9C-101B-9397-08002B2CF9AE}" pid="3" name="ArticulatePath">
    <vt:lpwstr>Data Literacy Introduction</vt:lpwstr>
  </property>
  <property fmtid="{D5CDD505-2E9C-101B-9397-08002B2CF9AE}" pid="4" name="MSIP_Label_10877899-02b0-462c-b2a9-b7d15c4f96fe_Enabled">
    <vt:lpwstr>true</vt:lpwstr>
  </property>
  <property fmtid="{D5CDD505-2E9C-101B-9397-08002B2CF9AE}" pid="5" name="MSIP_Label_10877899-02b0-462c-b2a9-b7d15c4f96fe_SetDate">
    <vt:lpwstr>2026-09-16T16:23:28Z</vt:lpwstr>
  </property>
  <property fmtid="{D5CDD505-2E9C-101B-9397-08002B2CF9AE}" pid="6" name="MSIP_Label_10877899-02b0-462c-b2a9-b7d15c4f96fe_Method">
    <vt:lpwstr>Standard</vt:lpwstr>
  </property>
  <property fmtid="{D5CDD505-2E9C-101B-9397-08002B2CF9AE}" pid="7" name="MSIP_Label_10877899-02b0-462c-b2a9-b7d15c4f96fe_Name">
    <vt:lpwstr>Protected [Protected A]</vt:lpwstr>
  </property>
  <property fmtid="{D5CDD505-2E9C-101B-9397-08002B2CF9AE}" pid="8" name="MSIP_Label_10877899-02b0-462c-b2a9-b7d15c4f96fe_SiteId">
    <vt:lpwstr>5c98fb47-d3b9-4649-9d94-f88cbdd9729c</vt:lpwstr>
  </property>
  <property fmtid="{D5CDD505-2E9C-101B-9397-08002B2CF9AE}" pid="9" name="MSIP_Label_10877899-02b0-462c-b2a9-b7d15c4f96fe_ActionId">
    <vt:lpwstr>4d7f26cd-2cba-4600-839f-39c580fa0288</vt:lpwstr>
  </property>
  <property fmtid="{D5CDD505-2E9C-101B-9397-08002B2CF9AE}" pid="10" name="MSIP_Label_10877899-02b0-462c-b2a9-b7d15c4f96fe_ContentBits">
    <vt:lpwstr>0</vt:lpwstr>
  </property>
  <property fmtid="{D5CDD505-2E9C-101B-9397-08002B2CF9AE}" pid="11" name="MSIP_Label_10877899-02b0-462c-b2a9-b7d15c4f96fe_Tag">
    <vt:lpwstr>50, 3, 0, 1</vt:lpwstr>
  </property>
</Properties>
</file>